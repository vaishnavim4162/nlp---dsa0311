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Presentation" id="{38590A5F-EA8E-7FC6-EC99-0B6737968738}">
          <p14:sldIdLst>
            <p14:sldId id="256"/>
            <p14:sldId id="257"/>
            <p14:sldId id="258"/>
            <p14:sldId id="259"/>
            <p14:sldId id="260"/>
            <p14:sldId id="261"/>
            <p14:sldId id="262"/>
            <p14:sldId id="263"/>
          </p14:sldIdLst>
        </p14:section>
        <p14:section name="Optional" id="{5D342F80-7E39-268B-AF3E-B6EEE828A1E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51E89-D553-49E1-9925-CFCE0DB02872}" v="15" dt="2026-10-22T07:10:05.816"/>
    <p1510:client id="{7CDD557F-105B-4DBE-AF6F-FE5AFF56C58C}" v="2" dt="2026-10-22T04:20:25.8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Chowdary" userId="36b284526cb5df89" providerId="LiveId" clId="{02183EAD-9E2D-4BFE-82D4-54C8E37F204F}"/>
    <pc:docChg chg="custSel addSld delSld modSld sldOrd modMainMaster modSection">
      <pc:chgData name="Vaishnavi Chowdary" userId="36b284526cb5df89" providerId="LiveId" clId="{02183EAD-9E2D-4BFE-82D4-54C8E37F204F}" dt="2026-10-22T09:13:32.592" v="239" actId="14100"/>
      <pc:docMkLst>
        <pc:docMk/>
      </pc:docMkLst>
      <pc:sldChg chg="addSp modSp mod setBg">
        <pc:chgData name="Vaishnavi Chowdary" userId="36b284526cb5df89" providerId="LiveId" clId="{02183EAD-9E2D-4BFE-82D4-54C8E37F204F}" dt="2026-10-22T07:34:40.562" v="177" actId="207"/>
        <pc:sldMkLst>
          <pc:docMk/>
          <pc:sldMk cId="0" sldId="256"/>
        </pc:sldMkLst>
        <pc:spChg chg="mod">
          <ac:chgData name="Vaishnavi Chowdary" userId="36b284526cb5df89" providerId="LiveId" clId="{02183EAD-9E2D-4BFE-82D4-54C8E37F204F}" dt="2026-10-22T07:34:40.562" v="177" actId="207"/>
          <ac:spMkLst>
            <pc:docMk/>
            <pc:sldMk cId="0" sldId="256"/>
            <ac:spMk id="2" creationId="{00000000-0000-0000-0000-000000000000}"/>
          </ac:spMkLst>
        </pc:spChg>
        <pc:spChg chg="mod">
          <ac:chgData name="Vaishnavi Chowdary" userId="36b284526cb5df89" providerId="LiveId" clId="{02183EAD-9E2D-4BFE-82D4-54C8E37F204F}" dt="2026-10-22T07:10:18.092" v="157" actId="207"/>
          <ac:spMkLst>
            <pc:docMk/>
            <pc:sldMk cId="0" sldId="256"/>
            <ac:spMk id="3" creationId="{00000000-0000-0000-0000-000000000000}"/>
          </ac:spMkLst>
        </pc:spChg>
        <pc:spChg chg="mod">
          <ac:chgData name="Vaishnavi Chowdary" userId="36b284526cb5df89" providerId="LiveId" clId="{02183EAD-9E2D-4BFE-82D4-54C8E37F204F}" dt="2026-10-22T07:10:32.063" v="160" actId="20577"/>
          <ac:spMkLst>
            <pc:docMk/>
            <pc:sldMk cId="0" sldId="256"/>
            <ac:spMk id="4" creationId="{00000000-0000-0000-0000-000000000000}"/>
          </ac:spMkLst>
        </pc:spChg>
        <pc:spChg chg="add mod">
          <ac:chgData name="Vaishnavi Chowdary" userId="36b284526cb5df89" providerId="LiveId" clId="{02183EAD-9E2D-4BFE-82D4-54C8E37F204F}" dt="2026-10-22T07:01:59.884" v="126" actId="33987"/>
          <ac:spMkLst>
            <pc:docMk/>
            <pc:sldMk cId="0" sldId="256"/>
            <ac:spMk id="19" creationId="{0B101A2D-FF00-8253-E028-EC15FCA3B484}"/>
          </ac:spMkLst>
        </pc:spChg>
      </pc:sldChg>
      <pc:sldChg chg="addSp delSp modSp mod">
        <pc:chgData name="Vaishnavi Chowdary" userId="36b284526cb5df89" providerId="LiveId" clId="{02183EAD-9E2D-4BFE-82D4-54C8E37F204F}" dt="2026-10-22T06:59:15.389" v="110"/>
        <pc:sldMkLst>
          <pc:docMk/>
          <pc:sldMk cId="0" sldId="257"/>
        </pc:sldMkLst>
        <pc:spChg chg="mod">
          <ac:chgData name="Vaishnavi Chowdary" userId="36b284526cb5df89" providerId="LiveId" clId="{02183EAD-9E2D-4BFE-82D4-54C8E37F204F}" dt="2026-10-22T06:59:15.389" v="110"/>
          <ac:spMkLst>
            <pc:docMk/>
            <pc:sldMk cId="0" sldId="257"/>
            <ac:spMk id="2" creationId="{00000000-0000-0000-0000-000000000000}"/>
          </ac:spMkLst>
        </pc:spChg>
        <pc:spChg chg="add del mod">
          <ac:chgData name="Vaishnavi Chowdary" userId="36b284526cb5df89" providerId="LiveId" clId="{02183EAD-9E2D-4BFE-82D4-54C8E37F204F}" dt="2026-10-22T04:20:22.991" v="102"/>
          <ac:spMkLst>
            <pc:docMk/>
            <pc:sldMk cId="0" sldId="257"/>
            <ac:spMk id="24" creationId="{49AB8572-1785-2CB4-424F-B983BB566688}"/>
          </ac:spMkLst>
        </pc:spChg>
        <pc:spChg chg="add del mod">
          <ac:chgData name="Vaishnavi Chowdary" userId="36b284526cb5df89" providerId="LiveId" clId="{02183EAD-9E2D-4BFE-82D4-54C8E37F204F}" dt="2026-10-22T04:20:27.270" v="105"/>
          <ac:spMkLst>
            <pc:docMk/>
            <pc:sldMk cId="0" sldId="257"/>
            <ac:spMk id="26" creationId="{5BC2C479-0B04-9CB9-022D-6D4EED2971B0}"/>
          </ac:spMkLst>
        </pc:spChg>
      </pc:sldChg>
      <pc:sldChg chg="modSp">
        <pc:chgData name="Vaishnavi Chowdary" userId="36b284526cb5df89" providerId="LiveId" clId="{02183EAD-9E2D-4BFE-82D4-54C8E37F204F}" dt="2026-10-22T06:59:15.389" v="110"/>
        <pc:sldMkLst>
          <pc:docMk/>
          <pc:sldMk cId="0" sldId="258"/>
        </pc:sldMkLst>
        <pc:spChg chg="mod">
          <ac:chgData name="Vaishnavi Chowdary" userId="36b284526cb5df89" providerId="LiveId" clId="{02183EAD-9E2D-4BFE-82D4-54C8E37F204F}" dt="2026-10-22T06:59:15.389" v="110"/>
          <ac:spMkLst>
            <pc:docMk/>
            <pc:sldMk cId="0" sldId="258"/>
            <ac:spMk id="2" creationId="{00000000-0000-0000-0000-000000000000}"/>
          </ac:spMkLst>
        </pc:spChg>
      </pc:sldChg>
      <pc:sldChg chg="modSp mod">
        <pc:chgData name="Vaishnavi Chowdary" userId="36b284526cb5df89" providerId="LiveId" clId="{02183EAD-9E2D-4BFE-82D4-54C8E37F204F}" dt="2026-10-22T07:11:26.075" v="165" actId="207"/>
        <pc:sldMkLst>
          <pc:docMk/>
          <pc:sldMk cId="0" sldId="259"/>
        </pc:sldMkLst>
        <pc:spChg chg="mod">
          <ac:chgData name="Vaishnavi Chowdary" userId="36b284526cb5df89" providerId="LiveId" clId="{02183EAD-9E2D-4BFE-82D4-54C8E37F204F}" dt="2026-10-22T06:59:15.389" v="110"/>
          <ac:spMkLst>
            <pc:docMk/>
            <pc:sldMk cId="0" sldId="259"/>
            <ac:spMk id="2" creationId="{00000000-0000-0000-0000-000000000000}"/>
          </ac:spMkLst>
        </pc:spChg>
        <pc:spChg chg="mod">
          <ac:chgData name="Vaishnavi Chowdary" userId="36b284526cb5df89" providerId="LiveId" clId="{02183EAD-9E2D-4BFE-82D4-54C8E37F204F}" dt="2026-10-22T07:11:11.252" v="162" actId="207"/>
          <ac:spMkLst>
            <pc:docMk/>
            <pc:sldMk cId="0" sldId="259"/>
            <ac:spMk id="6" creationId="{00000000-0000-0000-0000-000000000000}"/>
          </ac:spMkLst>
        </pc:spChg>
        <pc:spChg chg="mod">
          <ac:chgData name="Vaishnavi Chowdary" userId="36b284526cb5df89" providerId="LiveId" clId="{02183EAD-9E2D-4BFE-82D4-54C8E37F204F}" dt="2026-10-22T07:11:16.760" v="163" actId="207"/>
          <ac:spMkLst>
            <pc:docMk/>
            <pc:sldMk cId="0" sldId="259"/>
            <ac:spMk id="14" creationId="{00000000-0000-0000-0000-000000000000}"/>
          </ac:spMkLst>
        </pc:spChg>
        <pc:spChg chg="mod">
          <ac:chgData name="Vaishnavi Chowdary" userId="36b284526cb5df89" providerId="LiveId" clId="{02183EAD-9E2D-4BFE-82D4-54C8E37F204F}" dt="2026-10-22T07:11:26.075" v="165" actId="207"/>
          <ac:spMkLst>
            <pc:docMk/>
            <pc:sldMk cId="0" sldId="259"/>
            <ac:spMk id="22" creationId="{00000000-0000-0000-0000-000000000000}"/>
          </ac:spMkLst>
        </pc:spChg>
        <pc:spChg chg="mod">
          <ac:chgData name="Vaishnavi Chowdary" userId="36b284526cb5df89" providerId="LiveId" clId="{02183EAD-9E2D-4BFE-82D4-54C8E37F204F}" dt="2026-10-22T07:11:21.114" v="164" actId="207"/>
          <ac:spMkLst>
            <pc:docMk/>
            <pc:sldMk cId="0" sldId="259"/>
            <ac:spMk id="30" creationId="{00000000-0000-0000-0000-000000000000}"/>
          </ac:spMkLst>
        </pc:spChg>
      </pc:sldChg>
      <pc:sldChg chg="modSp">
        <pc:chgData name="Vaishnavi Chowdary" userId="36b284526cb5df89" providerId="LiveId" clId="{02183EAD-9E2D-4BFE-82D4-54C8E37F204F}" dt="2026-10-22T06:59:15.389" v="110"/>
        <pc:sldMkLst>
          <pc:docMk/>
          <pc:sldMk cId="0" sldId="260"/>
        </pc:sldMkLst>
        <pc:spChg chg="mod">
          <ac:chgData name="Vaishnavi Chowdary" userId="36b284526cb5df89" providerId="LiveId" clId="{02183EAD-9E2D-4BFE-82D4-54C8E37F204F}" dt="2026-10-22T06:59:15.389" v="110"/>
          <ac:spMkLst>
            <pc:docMk/>
            <pc:sldMk cId="0" sldId="260"/>
            <ac:spMk id="2" creationId="{00000000-0000-0000-0000-000000000000}"/>
          </ac:spMkLst>
        </pc:spChg>
      </pc:sldChg>
      <pc:sldChg chg="modSp mod">
        <pc:chgData name="Vaishnavi Chowdary" userId="36b284526cb5df89" providerId="LiveId" clId="{02183EAD-9E2D-4BFE-82D4-54C8E37F204F}" dt="2026-10-22T07:12:26.241" v="174" actId="207"/>
        <pc:sldMkLst>
          <pc:docMk/>
          <pc:sldMk cId="0" sldId="261"/>
        </pc:sldMkLst>
        <pc:spChg chg="mod">
          <ac:chgData name="Vaishnavi Chowdary" userId="36b284526cb5df89" providerId="LiveId" clId="{02183EAD-9E2D-4BFE-82D4-54C8E37F204F}" dt="2026-10-22T06:59:15.389" v="110"/>
          <ac:spMkLst>
            <pc:docMk/>
            <pc:sldMk cId="0" sldId="261"/>
            <ac:spMk id="2" creationId="{00000000-0000-0000-0000-000000000000}"/>
          </ac:spMkLst>
        </pc:spChg>
        <pc:spChg chg="mod">
          <ac:chgData name="Vaishnavi Chowdary" userId="36b284526cb5df89" providerId="LiveId" clId="{02183EAD-9E2D-4BFE-82D4-54C8E37F204F}" dt="2026-10-22T07:11:46.385" v="166" actId="207"/>
          <ac:spMkLst>
            <pc:docMk/>
            <pc:sldMk cId="0" sldId="261"/>
            <ac:spMk id="6" creationId="{00000000-0000-0000-0000-000000000000}"/>
          </ac:spMkLst>
        </pc:spChg>
        <pc:spChg chg="mod">
          <ac:chgData name="Vaishnavi Chowdary" userId="36b284526cb5df89" providerId="LiveId" clId="{02183EAD-9E2D-4BFE-82D4-54C8E37F204F}" dt="2026-10-22T07:12:11.516" v="171" actId="207"/>
          <ac:spMkLst>
            <pc:docMk/>
            <pc:sldMk cId="0" sldId="261"/>
            <ac:spMk id="8" creationId="{00000000-0000-0000-0000-000000000000}"/>
          </ac:spMkLst>
        </pc:spChg>
        <pc:spChg chg="mod">
          <ac:chgData name="Vaishnavi Chowdary" userId="36b284526cb5df89" providerId="LiveId" clId="{02183EAD-9E2D-4BFE-82D4-54C8E37F204F}" dt="2026-10-22T07:12:16.303" v="172" actId="207"/>
          <ac:spMkLst>
            <pc:docMk/>
            <pc:sldMk cId="0" sldId="261"/>
            <ac:spMk id="10" creationId="{00000000-0000-0000-0000-000000000000}"/>
          </ac:spMkLst>
        </pc:spChg>
        <pc:spChg chg="mod">
          <ac:chgData name="Vaishnavi Chowdary" userId="36b284526cb5df89" providerId="LiveId" clId="{02183EAD-9E2D-4BFE-82D4-54C8E37F204F}" dt="2026-10-22T07:12:21.608" v="173" actId="207"/>
          <ac:spMkLst>
            <pc:docMk/>
            <pc:sldMk cId="0" sldId="261"/>
            <ac:spMk id="12" creationId="{00000000-0000-0000-0000-000000000000}"/>
          </ac:spMkLst>
        </pc:spChg>
        <pc:spChg chg="mod">
          <ac:chgData name="Vaishnavi Chowdary" userId="36b284526cb5df89" providerId="LiveId" clId="{02183EAD-9E2D-4BFE-82D4-54C8E37F204F}" dt="2026-10-22T07:12:26.241" v="174" actId="207"/>
          <ac:spMkLst>
            <pc:docMk/>
            <pc:sldMk cId="0" sldId="261"/>
            <ac:spMk id="14" creationId="{00000000-0000-0000-0000-000000000000}"/>
          </ac:spMkLst>
        </pc:spChg>
        <pc:spChg chg="mod">
          <ac:chgData name="Vaishnavi Chowdary" userId="36b284526cb5df89" providerId="LiveId" clId="{02183EAD-9E2D-4BFE-82D4-54C8E37F204F}" dt="2026-10-22T07:11:51.773" v="167" actId="207"/>
          <ac:spMkLst>
            <pc:docMk/>
            <pc:sldMk cId="0" sldId="261"/>
            <ac:spMk id="18" creationId="{00000000-0000-0000-0000-000000000000}"/>
          </ac:spMkLst>
        </pc:spChg>
        <pc:spChg chg="mod">
          <ac:chgData name="Vaishnavi Chowdary" userId="36b284526cb5df89" providerId="LiveId" clId="{02183EAD-9E2D-4BFE-82D4-54C8E37F204F}" dt="2026-10-22T07:11:56.459" v="168" actId="207"/>
          <ac:spMkLst>
            <pc:docMk/>
            <pc:sldMk cId="0" sldId="261"/>
            <ac:spMk id="20" creationId="{00000000-0000-0000-0000-000000000000}"/>
          </ac:spMkLst>
        </pc:spChg>
        <pc:spChg chg="mod">
          <ac:chgData name="Vaishnavi Chowdary" userId="36b284526cb5df89" providerId="LiveId" clId="{02183EAD-9E2D-4BFE-82D4-54C8E37F204F}" dt="2026-10-22T07:12:00.555" v="169" actId="207"/>
          <ac:spMkLst>
            <pc:docMk/>
            <pc:sldMk cId="0" sldId="261"/>
            <ac:spMk id="22" creationId="{00000000-0000-0000-0000-000000000000}"/>
          </ac:spMkLst>
        </pc:spChg>
        <pc:spChg chg="mod">
          <ac:chgData name="Vaishnavi Chowdary" userId="36b284526cb5df89" providerId="LiveId" clId="{02183EAD-9E2D-4BFE-82D4-54C8E37F204F}" dt="2026-10-22T07:12:04.876" v="170" actId="207"/>
          <ac:spMkLst>
            <pc:docMk/>
            <pc:sldMk cId="0" sldId="261"/>
            <ac:spMk id="24" creationId="{00000000-0000-0000-0000-000000000000}"/>
          </ac:spMkLst>
        </pc:spChg>
      </pc:sldChg>
      <pc:sldChg chg="modSp mod">
        <pc:chgData name="Vaishnavi Chowdary" userId="36b284526cb5df89" providerId="LiveId" clId="{02183EAD-9E2D-4BFE-82D4-54C8E37F204F}" dt="2026-10-22T07:12:48.812" v="176" actId="20577"/>
        <pc:sldMkLst>
          <pc:docMk/>
          <pc:sldMk cId="0" sldId="262"/>
        </pc:sldMkLst>
        <pc:spChg chg="mod">
          <ac:chgData name="Vaishnavi Chowdary" userId="36b284526cb5df89" providerId="LiveId" clId="{02183EAD-9E2D-4BFE-82D4-54C8E37F204F}" dt="2026-10-22T07:12:39.982" v="175" actId="207"/>
          <ac:spMkLst>
            <pc:docMk/>
            <pc:sldMk cId="0" sldId="262"/>
            <ac:spMk id="2" creationId="{00000000-0000-0000-0000-000000000000}"/>
          </ac:spMkLst>
        </pc:spChg>
        <pc:spChg chg="mod">
          <ac:chgData name="Vaishnavi Chowdary" userId="36b284526cb5df89" providerId="LiveId" clId="{02183EAD-9E2D-4BFE-82D4-54C8E37F204F}" dt="2026-10-22T07:12:48.812" v="176" actId="20577"/>
          <ac:spMkLst>
            <pc:docMk/>
            <pc:sldMk cId="0" sldId="262"/>
            <ac:spMk id="15" creationId="{00000000-0000-0000-0000-000000000000}"/>
          </ac:spMkLst>
        </pc:spChg>
      </pc:sldChg>
      <pc:sldChg chg="del">
        <pc:chgData name="Vaishnavi Chowdary" userId="36b284526cb5df89" providerId="LiveId" clId="{02183EAD-9E2D-4BFE-82D4-54C8E37F204F}" dt="2026-10-22T04:22:29.377" v="106" actId="2696"/>
        <pc:sldMkLst>
          <pc:docMk/>
          <pc:sldMk cId="0" sldId="263"/>
        </pc:sldMkLst>
      </pc:sldChg>
      <pc:sldChg chg="addSp delSp modSp new mod ord">
        <pc:chgData name="Vaishnavi Chowdary" userId="36b284526cb5df89" providerId="LiveId" clId="{02183EAD-9E2D-4BFE-82D4-54C8E37F204F}" dt="2026-10-22T09:13:32.592" v="239" actId="14100"/>
        <pc:sldMkLst>
          <pc:docMk/>
          <pc:sldMk cId="3807206521" sldId="263"/>
        </pc:sldMkLst>
        <pc:spChg chg="mod">
          <ac:chgData name="Vaishnavi Chowdary" userId="36b284526cb5df89" providerId="LiveId" clId="{02183EAD-9E2D-4BFE-82D4-54C8E37F204F}" dt="2026-10-22T09:13:12.280" v="237" actId="1076"/>
          <ac:spMkLst>
            <pc:docMk/>
            <pc:sldMk cId="3807206521" sldId="263"/>
            <ac:spMk id="2" creationId="{D55CA45E-A5F5-C2D8-6FE6-2E1A37EAC1DF}"/>
          </ac:spMkLst>
        </pc:spChg>
        <pc:spChg chg="del">
          <ac:chgData name="Vaishnavi Chowdary" userId="36b284526cb5df89" providerId="LiveId" clId="{02183EAD-9E2D-4BFE-82D4-54C8E37F204F}" dt="2026-10-22T09:08:41.324" v="185" actId="21"/>
          <ac:spMkLst>
            <pc:docMk/>
            <pc:sldMk cId="3807206521" sldId="263"/>
            <ac:spMk id="3" creationId="{E87E2B71-1B2A-070F-1A83-66490A8A8F35}"/>
          </ac:spMkLst>
        </pc:spChg>
        <pc:picChg chg="add mod">
          <ac:chgData name="Vaishnavi Chowdary" userId="36b284526cb5df89" providerId="LiveId" clId="{02183EAD-9E2D-4BFE-82D4-54C8E37F204F}" dt="2026-10-22T09:13:32.592" v="239" actId="14100"/>
          <ac:picMkLst>
            <pc:docMk/>
            <pc:sldMk cId="3807206521" sldId="263"/>
            <ac:picMk id="5" creationId="{D80DE307-E154-CFA6-81B9-CFDBDBF392BF}"/>
          </ac:picMkLst>
        </pc:picChg>
      </pc:sldChg>
      <pc:sldMasterChg chg="modSldLayout">
        <pc:chgData name="Vaishnavi Chowdary" userId="36b284526cb5df89" providerId="LiveId" clId="{02183EAD-9E2D-4BFE-82D4-54C8E37F204F}" dt="2026-10-22T06:59:05.419" v="107"/>
        <pc:sldMasterMkLst>
          <pc:docMk/>
          <pc:sldMasterMk cId="2211535785" sldId="2147483653"/>
        </pc:sldMasterMkLst>
        <pc:sldLayoutChg chg="delSp">
          <pc:chgData name="Vaishnavi Chowdary" userId="36b284526cb5df89" providerId="LiveId" clId="{02183EAD-9E2D-4BFE-82D4-54C8E37F204F}" dt="2026-10-22T06:59:05.419" v="107"/>
          <pc:sldLayoutMkLst>
            <pc:docMk/>
            <pc:sldMasterMk cId="2211535785" sldId="2147483653"/>
            <pc:sldLayoutMk cId="4270980425" sldId="2147483681"/>
          </pc:sldLayoutMkLst>
          <pc:spChg chg="del">
            <ac:chgData name="Vaishnavi Chowdary" userId="36b284526cb5df89" providerId="LiveId" clId="{02183EAD-9E2D-4BFE-82D4-54C8E37F204F}" dt="2026-10-22T06:59:05.419" v="107"/>
            <ac:spMkLst>
              <pc:docMk/>
              <pc:sldMasterMk cId="2211535785" sldId="2147483653"/>
              <pc:sldLayoutMk cId="4270980425" sldId="2147483681"/>
              <ac:spMk id="2" creationId="{00000000-0000-0000-0000-000000000000}"/>
            </ac:spMkLst>
          </pc:spChg>
          <pc:spChg chg="del">
            <ac:chgData name="Vaishnavi Chowdary" userId="36b284526cb5df89" providerId="LiveId" clId="{02183EAD-9E2D-4BFE-82D4-54C8E37F204F}" dt="2026-10-22T06:59:05.419" v="107"/>
            <ac:spMkLst>
              <pc:docMk/>
              <pc:sldMasterMk cId="2211535785" sldId="2147483653"/>
              <pc:sldLayoutMk cId="4270980425" sldId="2147483681"/>
              <ac:spMk id="3" creationId="{00000000-0000-0000-0000-000000000000}"/>
            </ac:spMkLst>
          </pc:spChg>
          <pc:spChg chg="del">
            <ac:chgData name="Vaishnavi Chowdary" userId="36b284526cb5df89" providerId="LiveId" clId="{02183EAD-9E2D-4BFE-82D4-54C8E37F204F}" dt="2026-10-22T06:59:05.419" v="107"/>
            <ac:spMkLst>
              <pc:docMk/>
              <pc:sldMasterMk cId="2211535785" sldId="2147483653"/>
              <pc:sldLayoutMk cId="4270980425" sldId="2147483681"/>
              <ac:spMk id="4" creationId="{00000000-0000-0000-0000-000000000000}"/>
            </ac:spMkLst>
          </pc:spChg>
          <pc:spChg chg="del">
            <ac:chgData name="Vaishnavi Chowdary" userId="36b284526cb5df89" providerId="LiveId" clId="{02183EAD-9E2D-4BFE-82D4-54C8E37F204F}" dt="2026-10-22T06:59:05.419" v="107"/>
            <ac:spMkLst>
              <pc:docMk/>
              <pc:sldMasterMk cId="2211535785" sldId="2147483653"/>
              <pc:sldLayoutMk cId="4270980425" sldId="2147483681"/>
              <ac:spMk id="5" creationId="{00000000-0000-0000-0000-000000000000}"/>
            </ac:spMkLst>
          </pc:spChg>
          <pc:spChg chg="del">
            <ac:chgData name="Vaishnavi Chowdary" userId="36b284526cb5df89" providerId="LiveId" clId="{02183EAD-9E2D-4BFE-82D4-54C8E37F204F}" dt="2026-10-22T06:59:05.419" v="107"/>
            <ac:spMkLst>
              <pc:docMk/>
              <pc:sldMasterMk cId="2211535785" sldId="2147483653"/>
              <pc:sldLayoutMk cId="4270980425" sldId="2147483681"/>
              <ac:spMk id="6" creationId="{00000000-0000-0000-0000-000000000000}"/>
            </ac:spMkLst>
          </pc:spChg>
          <pc:spChg chg="del">
            <ac:chgData name="Vaishnavi Chowdary" userId="36b284526cb5df89" providerId="LiveId" clId="{02183EAD-9E2D-4BFE-82D4-54C8E37F204F}" dt="2026-10-22T06:59:05.419" v="107"/>
            <ac:spMkLst>
              <pc:docMk/>
              <pc:sldMasterMk cId="2211535785" sldId="2147483653"/>
              <pc:sldLayoutMk cId="4270980425" sldId="2147483681"/>
              <ac:spMk id="7" creationId="{00000000-0000-0000-0000-000000000000}"/>
            </ac:spMkLst>
          </pc:spChg>
          <pc:spChg chg="del">
            <ac:chgData name="Vaishnavi Chowdary" userId="36b284526cb5df89" providerId="LiveId" clId="{02183EAD-9E2D-4BFE-82D4-54C8E37F204F}" dt="2026-10-22T06:59:05.419" v="107"/>
            <ac:spMkLst>
              <pc:docMk/>
              <pc:sldMasterMk cId="2211535785" sldId="2147483653"/>
              <pc:sldLayoutMk cId="4270980425" sldId="2147483681"/>
              <ac:spMk id="8" creationId="{00000000-0000-0000-0000-000000000000}"/>
            </ac:spMkLst>
          </pc:spChg>
        </pc:sldLayoutChg>
        <pc:sldLayoutChg chg="delSp">
          <pc:chgData name="Vaishnavi Chowdary" userId="36b284526cb5df89" providerId="LiveId" clId="{02183EAD-9E2D-4BFE-82D4-54C8E37F204F}" dt="2026-10-22T06:59:05.419" v="107"/>
          <pc:sldLayoutMkLst>
            <pc:docMk/>
            <pc:sldMasterMk cId="2211535785" sldId="2147483653"/>
            <pc:sldLayoutMk cId="2638464324" sldId="2147483682"/>
          </pc:sldLayoutMkLst>
          <pc:spChg chg="del">
            <ac:chgData name="Vaishnavi Chowdary" userId="36b284526cb5df89" providerId="LiveId" clId="{02183EAD-9E2D-4BFE-82D4-54C8E37F204F}" dt="2026-10-22T06:59:05.419" v="107"/>
            <ac:spMkLst>
              <pc:docMk/>
              <pc:sldMasterMk cId="2211535785" sldId="2147483653"/>
              <pc:sldLayoutMk cId="2638464324" sldId="2147483682"/>
              <ac:spMk id="2" creationId="{00000000-0000-0000-0000-000000000000}"/>
            </ac:spMkLst>
          </pc:spChg>
        </pc:sldLayoutChg>
        <pc:sldLayoutChg chg="delSp">
          <pc:chgData name="Vaishnavi Chowdary" userId="36b284526cb5df89" providerId="LiveId" clId="{02183EAD-9E2D-4BFE-82D4-54C8E37F204F}" dt="2026-10-22T06:59:05.419" v="107"/>
          <pc:sldLayoutMkLst>
            <pc:docMk/>
            <pc:sldMasterMk cId="2211535785" sldId="2147483653"/>
            <pc:sldLayoutMk cId="631080597" sldId="2147483683"/>
          </pc:sldLayoutMkLst>
          <pc:spChg chg="del">
            <ac:chgData name="Vaishnavi Chowdary" userId="36b284526cb5df89" providerId="LiveId" clId="{02183EAD-9E2D-4BFE-82D4-54C8E37F204F}" dt="2026-10-22T06:59:05.419" v="107"/>
            <ac:spMkLst>
              <pc:docMk/>
              <pc:sldMasterMk cId="2211535785" sldId="2147483653"/>
              <pc:sldLayoutMk cId="631080597" sldId="2147483683"/>
              <ac:spMk id="2" creationId="{00000000-0000-0000-0000-000000000000}"/>
            </ac:spMkLst>
          </pc:spChg>
        </pc:sldLayoutChg>
      </pc:sldMasterChg>
      <pc:sldMasterChg chg="setBg modSldLayout">
        <pc:chgData name="Vaishnavi Chowdary" userId="36b284526cb5df89" providerId="LiveId" clId="{02183EAD-9E2D-4BFE-82D4-54C8E37F204F}" dt="2026-10-22T07:10:05.816" v="156"/>
        <pc:sldMasterMkLst>
          <pc:docMk/>
          <pc:sldMasterMk cId="3938413147" sldId="2147483746"/>
        </pc:sldMasterMkLst>
        <pc:sldLayoutChg chg="setBg">
          <pc:chgData name="Vaishnavi Chowdary" userId="36b284526cb5df89" providerId="LiveId" clId="{02183EAD-9E2D-4BFE-82D4-54C8E37F204F}" dt="2026-10-22T07:09:36.475" v="155"/>
          <pc:sldLayoutMkLst>
            <pc:docMk/>
            <pc:sldMasterMk cId="3938413147" sldId="2147483746"/>
            <pc:sldLayoutMk cId="829611253" sldId="2147483758"/>
          </pc:sldLayoutMkLst>
        </pc:sldLayoutChg>
        <pc:sldLayoutChg chg="setBg">
          <pc:chgData name="Vaishnavi Chowdary" userId="36b284526cb5df89" providerId="LiveId" clId="{02183EAD-9E2D-4BFE-82D4-54C8E37F204F}" dt="2026-10-22T07:09:36.475" v="155"/>
          <pc:sldLayoutMkLst>
            <pc:docMk/>
            <pc:sldMasterMk cId="3938413147" sldId="2147483746"/>
            <pc:sldLayoutMk cId="1727882549" sldId="2147483759"/>
          </pc:sldLayoutMkLst>
        </pc:sldLayoutChg>
        <pc:sldLayoutChg chg="setBg">
          <pc:chgData name="Vaishnavi Chowdary" userId="36b284526cb5df89" providerId="LiveId" clId="{02183EAD-9E2D-4BFE-82D4-54C8E37F204F}" dt="2026-10-22T07:09:36.475" v="155"/>
          <pc:sldLayoutMkLst>
            <pc:docMk/>
            <pc:sldMasterMk cId="3938413147" sldId="2147483746"/>
            <pc:sldLayoutMk cId="49819801" sldId="21474837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6794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my topic is Regular Expressions for Real-World Text Processing, which is part of Natural Language Processing, or NLP. My topic code is TP-03. In the next few minutes, I will explain what regular expressions are, how they work, and where we use them. I will also show a small Python example. Let us start with the basic idea.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is a regular expression? Regex is the short form of regular expressions. A regular expression is a pattern that helps us search, match, validate, and extract text. You can think of it as a smart search tool that looks for the shape of the text, instead of one exact word. In NLP, computers work with a lot of raw text, such as emails, messages, and reports. Regex helps us pick out the useful information from that text quickly. Here is a simple example. The sentence says, My email is student at gmail dot com. A pattern can find the email address and extract it for us. Now let us see which symbols we use to build these patterns.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built from small symbols. Backslash d matches one digit, like 5. Backslash w matches one word character, like the letter A. The plus sign means one or more repetitions, so the pattern backslash d plus matches 123 as a whole. The at symbol matches the literal at sign, as in abc at. When we combine these symbols, we create a pattern that finds a specific type of text. On the right, you can see the pattern backslash d plus finding the number 123 inside a sentence. Next, let us see where this is used in real life.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 expressions are used in many real-world tasks. First, email extraction: we can collect email addresses from long documents. Second, phone number detection: for example, finding a ten-digit number in a message. Third, date extraction: we can pull dates like 22 slash 10 slash 2026 out of reports. Fourth, keyword searching: we can find a word like NLP in hundreds of pages in a few seconds. All of these tasks would take a very long time to do by hand. Now let me show you a small Python program.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simple Python program that extracts numbers from a sentence. Step one, we import the re module, which is Python's built-in tool for regular expressions. Step two, we store the sentence: I have 2 books and 15 pens. Step three, we use re dot findall with the pattern backslash d plus. The pattern backslash d plus means one or more digits in a row, so 15 is found as one number, not as 1 and 5 separately. Step four, we print the result. The output is a list with 2 and 15. As you can see, just a few lines of code find the numbers automatically. Now let us look at the strengths and weaknesses of regex.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 expressions have clear advantages. They make text searching fast, they make it easy to extract information, they reduce manual work, and they are useful for validating text, such as checking an email or a phone number. However, they also have limitations. Complex patterns can be difficult to write and to read. Unusual text formats may not match the pattern. Also, regex cannot fully understand the meaning or context of language, so NLP uses other techniques as well for deeper understanding. So regex is powerful, but it works best as one tool among many. Let me finish with a short summary.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regular expressions identify patterns in text. They help us extract useful information automatically. They are easy to use in Python and are very useful in NLP applications. Most importantly, they make many text-processing tasks faster and easier. Thank you for listening. I am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9DA81-7150-00B3-F471-52D6A7AC5DF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7B956A5C-A9FF-7CB3-F88C-16104B649EF9}"/>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5E37DC-8CDD-0334-02E9-7E5586B68290}"/>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5" name="Footer Placeholder 4">
            <a:extLst>
              <a:ext uri="{FF2B5EF4-FFF2-40B4-BE49-F238E27FC236}">
                <a16:creationId xmlns:a16="http://schemas.microsoft.com/office/drawing/2014/main" id="{2739E75F-37F3-8424-11DD-BF26C7B89030}"/>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56DAB421-7406-0A98-4076-AF4D791CE678}"/>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79176290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3E92-73D1-2821-8A71-474C7FE83C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0FE407-3F01-BA3C-1BA7-AACA143AE3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56058C-C9F3-02CB-931B-776C58874B87}"/>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5" name="Footer Placeholder 4">
            <a:extLst>
              <a:ext uri="{FF2B5EF4-FFF2-40B4-BE49-F238E27FC236}">
                <a16:creationId xmlns:a16="http://schemas.microsoft.com/office/drawing/2014/main" id="{CCFDA84D-0C27-EAC2-F118-2537C1AF32E6}"/>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6D6D8CD6-BCB0-EAA2-54FD-2AEE5A70E6E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9985769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CD81-0C0C-F99A-8994-4D151D06DE9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F36130-5F55-2A8B-E19C-35DD38DFD750}"/>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5139FC-7073-B99C-8599-DA8325FDCBBA}"/>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5" name="Footer Placeholder 4">
            <a:extLst>
              <a:ext uri="{FF2B5EF4-FFF2-40B4-BE49-F238E27FC236}">
                <a16:creationId xmlns:a16="http://schemas.microsoft.com/office/drawing/2014/main" id="{ABA1A882-8D8F-75AC-869D-638CD019D624}"/>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32FD24C4-3BE4-DE7F-1C33-77ACE1B9E84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9489772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125F-0B68-E831-0A79-83C329C90A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0C1CA0-97A9-86DC-B359-5C787B3479E0}"/>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5E08F8-98AA-E3B3-F182-EF487D23243D}"/>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7F8E57-6DB7-0983-9964-D633FF2D4373}"/>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6" name="Footer Placeholder 5">
            <a:extLst>
              <a:ext uri="{FF2B5EF4-FFF2-40B4-BE49-F238E27FC236}">
                <a16:creationId xmlns:a16="http://schemas.microsoft.com/office/drawing/2014/main" id="{7E2A42B0-4D9B-2FA1-84F9-67394EFAB71C}"/>
              </a:ext>
            </a:extLst>
          </p:cNvPr>
          <p:cNvSpPr>
            <a:spLocks noGrp="1"/>
          </p:cNvSpPr>
          <p:nvPr>
            <p:ph type="ftr" sz="quarter" idx="11"/>
          </p:nvPr>
        </p:nvSpPr>
        <p:spPr/>
        <p:txBody>
          <a:bodyPr/>
          <a:lstStyle/>
          <a:p>
            <a:r>
              <a:rPr lang="en-US"/>
              <a:t>Footer Text</a:t>
            </a:r>
            <a:endParaRPr lang="en-US" dirty="0"/>
          </a:p>
        </p:txBody>
      </p:sp>
      <p:sp>
        <p:nvSpPr>
          <p:cNvPr id="7" name="Slide Number Placeholder 6">
            <a:extLst>
              <a:ext uri="{FF2B5EF4-FFF2-40B4-BE49-F238E27FC236}">
                <a16:creationId xmlns:a16="http://schemas.microsoft.com/office/drawing/2014/main" id="{32C82EB4-8C55-2937-4F01-2955C0058CB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30983335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5C2A4-9D44-C230-491A-ED59CDA0A7E5}"/>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3B0355-7ABF-4DB0-88DA-B80552F14BA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233846C-5D9D-9F99-FB46-D89F03FF44D0}"/>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777D523-5A4B-CF0A-6BAE-070F16D3129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5819AB4-C3F5-A4A9-5835-21EF5BC75820}"/>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175DF6-82EF-5FDE-3905-5E801D302F71}"/>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8" name="Footer Placeholder 7">
            <a:extLst>
              <a:ext uri="{FF2B5EF4-FFF2-40B4-BE49-F238E27FC236}">
                <a16:creationId xmlns:a16="http://schemas.microsoft.com/office/drawing/2014/main" id="{4DCD7E18-4181-4632-AED8-28D69D25BE06}"/>
              </a:ext>
            </a:extLst>
          </p:cNvPr>
          <p:cNvSpPr>
            <a:spLocks noGrp="1"/>
          </p:cNvSpPr>
          <p:nvPr>
            <p:ph type="ftr" sz="quarter" idx="11"/>
          </p:nvPr>
        </p:nvSpPr>
        <p:spPr/>
        <p:txBody>
          <a:bodyPr/>
          <a:lstStyle/>
          <a:p>
            <a:r>
              <a:rPr lang="en-US"/>
              <a:t>Footer Text</a:t>
            </a:r>
            <a:endParaRPr lang="en-US" dirty="0"/>
          </a:p>
        </p:txBody>
      </p:sp>
      <p:sp>
        <p:nvSpPr>
          <p:cNvPr id="9" name="Slide Number Placeholder 8">
            <a:extLst>
              <a:ext uri="{FF2B5EF4-FFF2-40B4-BE49-F238E27FC236}">
                <a16:creationId xmlns:a16="http://schemas.microsoft.com/office/drawing/2014/main" id="{9AFB6F8F-770F-2D42-D203-EB72A14F22A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65089383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E990-DC56-CEC7-9653-F1392ABBE7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EEDBFB-5DAA-8B31-C96E-A83F1641B174}"/>
              </a:ext>
            </a:extLst>
          </p:cNvPr>
          <p:cNvSpPr>
            <a:spLocks noGrp="1"/>
          </p:cNvSpPr>
          <p:nvPr>
            <p:ph type="dt" sz="half" idx="10"/>
          </p:nvPr>
        </p:nvSpPr>
        <p:spPr/>
        <p:txBody>
          <a:bodyPr/>
          <a:lstStyle/>
          <a:p>
            <a:fld id="{6819701D-AA71-4F6F-B74A-236E07E9ABE4}" type="datetime1">
              <a:rPr lang="en-US" smtClean="0"/>
              <a:t>10/22/2026</a:t>
            </a:fld>
            <a:endParaRPr lang="en-US"/>
          </a:p>
        </p:txBody>
      </p:sp>
      <p:sp>
        <p:nvSpPr>
          <p:cNvPr id="4" name="Footer Placeholder 3">
            <a:extLst>
              <a:ext uri="{FF2B5EF4-FFF2-40B4-BE49-F238E27FC236}">
                <a16:creationId xmlns:a16="http://schemas.microsoft.com/office/drawing/2014/main" id="{9B439202-8D8D-7936-842A-4EE176292C0C}"/>
              </a:ext>
            </a:extLst>
          </p:cNvPr>
          <p:cNvSpPr>
            <a:spLocks noGrp="1"/>
          </p:cNvSpPr>
          <p:nvPr>
            <p:ph type="ftr" sz="quarter" idx="11"/>
          </p:nvPr>
        </p:nvSpPr>
        <p:spPr/>
        <p:txBody>
          <a:bodyPr/>
          <a:lstStyle/>
          <a:p>
            <a:r>
              <a:rPr lang="en-US"/>
              <a:t>Footer Text</a:t>
            </a:r>
            <a:endParaRPr lang="en-US" dirty="0"/>
          </a:p>
        </p:txBody>
      </p:sp>
      <p:sp>
        <p:nvSpPr>
          <p:cNvPr id="5" name="Slide Number Placeholder 4">
            <a:extLst>
              <a:ext uri="{FF2B5EF4-FFF2-40B4-BE49-F238E27FC236}">
                <a16:creationId xmlns:a16="http://schemas.microsoft.com/office/drawing/2014/main" id="{E2F74137-4311-F424-AB8F-98C07F9614DD}"/>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58663079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961440-9247-9BD0-24E5-025C6419EEFF}"/>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3" name="Footer Placeholder 2">
            <a:extLst>
              <a:ext uri="{FF2B5EF4-FFF2-40B4-BE49-F238E27FC236}">
                <a16:creationId xmlns:a16="http://schemas.microsoft.com/office/drawing/2014/main" id="{79ED7D0F-D0CE-64FE-41B2-92EA327E3DEF}"/>
              </a:ext>
            </a:extLst>
          </p:cNvPr>
          <p:cNvSpPr>
            <a:spLocks noGrp="1"/>
          </p:cNvSpPr>
          <p:nvPr>
            <p:ph type="ftr" sz="quarter" idx="11"/>
          </p:nvPr>
        </p:nvSpPr>
        <p:spPr/>
        <p:txBody>
          <a:bodyPr/>
          <a:lstStyle/>
          <a:p>
            <a:r>
              <a:rPr lang="en-US"/>
              <a:t>Footer Text</a:t>
            </a:r>
            <a:endParaRPr lang="en-US" dirty="0"/>
          </a:p>
        </p:txBody>
      </p:sp>
      <p:sp>
        <p:nvSpPr>
          <p:cNvPr id="4" name="Slide Number Placeholder 3">
            <a:extLst>
              <a:ext uri="{FF2B5EF4-FFF2-40B4-BE49-F238E27FC236}">
                <a16:creationId xmlns:a16="http://schemas.microsoft.com/office/drawing/2014/main" id="{2361ADEC-0201-472B-D651-8805E06D34E5}"/>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50141186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B9A9-A7A5-093E-3189-443CECDEDDA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6A2929-96FA-7C5C-C722-17A1ACAD016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8AA7E1-3597-E4B5-91AE-3B952AE2C05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A66D189-6D4D-39F4-B82F-794E02416F7B}"/>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6" name="Footer Placeholder 5">
            <a:extLst>
              <a:ext uri="{FF2B5EF4-FFF2-40B4-BE49-F238E27FC236}">
                <a16:creationId xmlns:a16="http://schemas.microsoft.com/office/drawing/2014/main" id="{59588119-C1A4-5CDF-F4CB-BCBB35C9AE69}"/>
              </a:ext>
            </a:extLst>
          </p:cNvPr>
          <p:cNvSpPr>
            <a:spLocks noGrp="1"/>
          </p:cNvSpPr>
          <p:nvPr>
            <p:ph type="ftr" sz="quarter" idx="11"/>
          </p:nvPr>
        </p:nvSpPr>
        <p:spPr/>
        <p:txBody>
          <a:bodyPr/>
          <a:lstStyle/>
          <a:p>
            <a:r>
              <a:rPr lang="en-US"/>
              <a:t>Footer Text</a:t>
            </a:r>
            <a:endParaRPr lang="en-US" dirty="0"/>
          </a:p>
        </p:txBody>
      </p:sp>
      <p:sp>
        <p:nvSpPr>
          <p:cNvPr id="7" name="Slide Number Placeholder 6">
            <a:extLst>
              <a:ext uri="{FF2B5EF4-FFF2-40B4-BE49-F238E27FC236}">
                <a16:creationId xmlns:a16="http://schemas.microsoft.com/office/drawing/2014/main" id="{3EFD892D-4AF9-4B8A-AF0D-AF4E9F8611A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8379397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AFF93-45C9-FAD8-C9D1-E939DE7BC37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7413C1-596F-76E5-D3BF-33D4EF015ABC}"/>
              </a:ext>
            </a:extLst>
          </p:cNvPr>
          <p:cNvSpPr>
            <a:spLocks noGrp="1" noChangeAspect="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9079645F-A806-50C4-64F8-D442E1FE574F}"/>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DEB0FDD-7B3D-3EA9-D1FA-0D9DA43318A6}"/>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6" name="Footer Placeholder 5">
            <a:extLst>
              <a:ext uri="{FF2B5EF4-FFF2-40B4-BE49-F238E27FC236}">
                <a16:creationId xmlns:a16="http://schemas.microsoft.com/office/drawing/2014/main" id="{B4468E52-57B6-20E3-B6C6-0476CE42C65E}"/>
              </a:ext>
            </a:extLst>
          </p:cNvPr>
          <p:cNvSpPr>
            <a:spLocks noGrp="1"/>
          </p:cNvSpPr>
          <p:nvPr>
            <p:ph type="ftr" sz="quarter" idx="11"/>
          </p:nvPr>
        </p:nvSpPr>
        <p:spPr/>
        <p:txBody>
          <a:bodyPr/>
          <a:lstStyle/>
          <a:p>
            <a:r>
              <a:rPr lang="en-US"/>
              <a:t>Footer Text</a:t>
            </a:r>
            <a:endParaRPr lang="en-US" dirty="0"/>
          </a:p>
        </p:txBody>
      </p:sp>
      <p:sp>
        <p:nvSpPr>
          <p:cNvPr id="7" name="Slide Number Placeholder 6">
            <a:extLst>
              <a:ext uri="{FF2B5EF4-FFF2-40B4-BE49-F238E27FC236}">
                <a16:creationId xmlns:a16="http://schemas.microsoft.com/office/drawing/2014/main" id="{BBC9A1DE-48A5-4B61-666E-0D8EDBFAE030}"/>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8174301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8E16-755C-BC82-BCFA-6E6D977C8F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3D8182-6EAE-0281-A4DB-E2F74E3451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8C04C-64B1-4D4F-B144-C79675E546FB}"/>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5" name="Footer Placeholder 4">
            <a:extLst>
              <a:ext uri="{FF2B5EF4-FFF2-40B4-BE49-F238E27FC236}">
                <a16:creationId xmlns:a16="http://schemas.microsoft.com/office/drawing/2014/main" id="{526C72A3-5583-9A88-1AEF-ECBA03E59CA8}"/>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C21B9532-D78B-4E25-DA15-E31A6C6E9E4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8697702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389815-7866-5DE2-7508-BC3CEC7E363F}"/>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A16A26-34FF-A8A4-9F06-15C3C17B50A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918421-E274-A787-6FD5-8AD0417D3D4E}"/>
              </a:ext>
            </a:extLst>
          </p:cNvPr>
          <p:cNvSpPr>
            <a:spLocks noGrp="1"/>
          </p:cNvSpPr>
          <p:nvPr>
            <p:ph type="dt" sz="half" idx="10"/>
          </p:nvPr>
        </p:nvSpPr>
        <p:spPr/>
        <p:txBody>
          <a:bodyPr/>
          <a:lstStyle/>
          <a:p>
            <a:fld id="{18A4B20A-718A-4149-B5D2-676E857EB828}" type="datetime1">
              <a:rPr lang="en-US" smtClean="0"/>
              <a:t>10/22/2026</a:t>
            </a:fld>
            <a:endParaRPr lang="en-US"/>
          </a:p>
        </p:txBody>
      </p:sp>
      <p:sp>
        <p:nvSpPr>
          <p:cNvPr id="5" name="Footer Placeholder 4">
            <a:extLst>
              <a:ext uri="{FF2B5EF4-FFF2-40B4-BE49-F238E27FC236}">
                <a16:creationId xmlns:a16="http://schemas.microsoft.com/office/drawing/2014/main" id="{6367FABB-08F0-AA0F-3DAD-438D56B91C31}"/>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59A235C1-C4BE-7E19-420C-C6F716471BB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6525318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DARK">
    <p:spTree>
      <p:nvGrpSpPr>
        <p:cNvPr id="1" name=""/>
        <p:cNvGrpSpPr/>
        <p:nvPr/>
      </p:nvGrpSpPr>
      <p:grpSpPr>
        <a:xfrm>
          <a:off x="0" y="0"/>
          <a:ext cx="0" cy="0"/>
          <a:chOff x="0" y="0"/>
          <a:chExt cx="0" cy="0"/>
        </a:xfrm>
      </p:grpSpPr>
      <p:sp>
        <p:nvSpPr>
          <p:cNvPr id="9" name="Text 7"/>
          <p:cNvSpPr>
            <a:spLocks noGrp="1"/>
          </p:cNvSpPr>
          <p:nvPr>
            <p:ph type="title" idx="107" hasCustomPrompt="1"/>
          </p:nvPr>
        </p:nvSpPr>
        <p:spPr>
          <a:xfrm>
            <a:off x="548640" y="822960"/>
            <a:ext cx="5120640" cy="12801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10" name="Text 7"/>
          <p:cNvSpPr>
            <a:spLocks noGrp="1"/>
          </p:cNvSpPr>
          <p:nvPr>
            <p:ph type="body" idx="108" hasCustomPrompt="1"/>
          </p:nvPr>
        </p:nvSpPr>
        <p:spPr>
          <a:xfrm>
            <a:off x="548640" y="2286000"/>
            <a:ext cx="5120640" cy="45720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extLst>
      <p:ext uri="{BB962C8B-B14F-4D97-AF65-F5344CB8AC3E}">
        <p14:creationId xmlns:p14="http://schemas.microsoft.com/office/powerpoint/2010/main" val="8296112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391"/>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727882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LOSING_DARK">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B9EA"/>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9819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9D42A-0968-B120-0779-0C1A74408F3C}"/>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AB69E3-F4FF-4556-60AB-9BBC74DA949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9FD8CA-8B73-048C-EBB4-ADE3FE104DA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8A4B20A-718A-4149-B5D2-676E857EB828}" type="datetime1">
              <a:rPr lang="en-US" smtClean="0"/>
              <a:t>10/22/2026</a:t>
            </a:fld>
            <a:endParaRPr lang="en-US"/>
          </a:p>
        </p:txBody>
      </p:sp>
      <p:sp>
        <p:nvSpPr>
          <p:cNvPr id="5" name="Footer Placeholder 4">
            <a:extLst>
              <a:ext uri="{FF2B5EF4-FFF2-40B4-BE49-F238E27FC236}">
                <a16:creationId xmlns:a16="http://schemas.microsoft.com/office/drawing/2014/main" id="{F2139E12-87D8-3180-75BE-E1CCFC2FF70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Footer Text</a:t>
            </a:r>
            <a:endParaRPr lang="en-US" dirty="0"/>
          </a:p>
        </p:txBody>
      </p:sp>
      <p:sp>
        <p:nvSpPr>
          <p:cNvPr id="6" name="Slide Number Placeholder 5">
            <a:extLst>
              <a:ext uri="{FF2B5EF4-FFF2-40B4-BE49-F238E27FC236}">
                <a16:creationId xmlns:a16="http://schemas.microsoft.com/office/drawing/2014/main" id="{70A4C748-84E3-B2C7-3AA6-FB9661F43C0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938413147"/>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7"/>
          <p:cNvSpPr>
            <a:spLocks noGrp="1"/>
          </p:cNvSpPr>
          <p:nvPr>
            <p:ph type="title" idx="107"/>
          </p:nvPr>
        </p:nvSpPr>
        <p:spPr>
          <a:prstGeom prst="rect">
            <a:avLst/>
          </a:prstGeom>
          <a:noFill/>
          <a:ln/>
        </p:spPr>
        <p:txBody>
          <a:bodyPr wrap="square" lIns="0" tIns="0" rIns="0" bIns="0" rtlCol="0" anchor="t"/>
          <a:lstStyle/>
          <a:p>
            <a:pPr marL="0" indent="0" algn="l">
              <a:buNone/>
            </a:pPr>
            <a:r>
              <a:rPr lang="en-US" sz="3400"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rPr>
              <a:t>Regular Expressions for Real-World Text Processing</a:t>
            </a:r>
          </a:p>
        </p:txBody>
      </p:sp>
      <p:sp>
        <p:nvSpPr>
          <p:cNvPr id="3" name="Text 7"/>
          <p:cNvSpPr>
            <a:spLocks noGrp="1"/>
          </p:cNvSpPr>
          <p:nvPr>
            <p:ph type="body" idx="108"/>
          </p:nvPr>
        </p:nvSpPr>
        <p:spPr>
          <a:prstGeom prst="rect">
            <a:avLst/>
          </a:prstGeom>
          <a:noFill/>
          <a:ln/>
        </p:spPr>
        <p:txBody>
          <a:bodyPr wrap="square" lIns="0" tIns="0" rIns="0" bIns="0" rtlCol="0" anchor="t"/>
          <a:lstStyle/>
          <a:p>
            <a:pPr marL="0" indent="0" algn="l">
              <a:buNone/>
            </a:pPr>
            <a:r>
              <a:rPr lang="en-US" sz="2000" dirty="0">
                <a:solidFill>
                  <a:schemeClr val="tx1"/>
                </a:solidFill>
              </a:rPr>
              <a:t>DSA0311 - Natural Language Processing </a:t>
            </a:r>
          </a:p>
        </p:txBody>
      </p:sp>
      <p:sp>
        <p:nvSpPr>
          <p:cNvPr id="4" name="Text 2"/>
          <p:cNvSpPr txBox="1"/>
          <p:nvPr/>
        </p:nvSpPr>
        <p:spPr>
          <a:xfrm>
            <a:off x="365760" y="3589020"/>
            <a:ext cx="5120640" cy="1280160"/>
          </a:xfrm>
          <a:prstGeom prst="rect">
            <a:avLst/>
          </a:prstGeom>
          <a:noFill/>
          <a:ln/>
        </p:spPr>
        <p:txBody>
          <a:bodyPr wrap="square" lIns="0" tIns="0" rIns="0" bIns="0" rtlCol="0" anchor="t"/>
          <a:lstStyle/>
          <a:p>
            <a:pPr marL="0" indent="0">
              <a:spcAft>
                <a:spcPts val="400"/>
              </a:spcAft>
              <a:buNone/>
            </a:pPr>
            <a:endParaRPr lang="en-US" sz="1600" dirty="0"/>
          </a:p>
          <a:p>
            <a:pPr marL="0" indent="0">
              <a:spcAft>
                <a:spcPts val="400"/>
              </a:spcAft>
              <a:buNone/>
            </a:pPr>
            <a:r>
              <a:rPr lang="en-US" sz="1600" b="1" dirty="0"/>
              <a:t>Presented by: </a:t>
            </a:r>
            <a:r>
              <a:rPr lang="en-US" sz="1600" dirty="0"/>
              <a:t>M Vaishnavi - 192324162</a:t>
            </a:r>
          </a:p>
          <a:p>
            <a:pPr marL="0" indent="0">
              <a:spcAft>
                <a:spcPts val="400"/>
              </a:spcAft>
              <a:buNone/>
            </a:pPr>
            <a:r>
              <a:rPr lang="en-US" sz="1600" b="1" dirty="0"/>
              <a:t>Department: </a:t>
            </a:r>
            <a:r>
              <a:rPr lang="en-US" sz="1600" dirty="0"/>
              <a:t>AIDS</a:t>
            </a:r>
          </a:p>
        </p:txBody>
      </p:sp>
      <p:sp>
        <p:nvSpPr>
          <p:cNvPr id="5" name="Pattern window"/>
          <p:cNvSpPr/>
          <p:nvPr/>
        </p:nvSpPr>
        <p:spPr>
          <a:xfrm>
            <a:off x="5943600" y="914400"/>
            <a:ext cx="2743200" cy="3200400"/>
          </a:xfrm>
          <a:prstGeom prst="roundRect">
            <a:avLst>
              <a:gd name="adj" fmla="val 4000"/>
            </a:avLst>
          </a:prstGeom>
          <a:solidFill>
            <a:srgbClr val="12305A"/>
          </a:solidFill>
          <a:ln w="12700">
            <a:solidFill>
              <a:srgbClr val="2F5A94"/>
            </a:solidFill>
            <a:prstDash val="solid"/>
          </a:ln>
          <a:effectLst>
            <a:outerShdw blurRad="76200" dist="25400" dir="5400000" algn="bl" rotWithShape="0">
              <a:srgbClr val="000000">
                <a:alpha val="12000"/>
              </a:srgbClr>
            </a:outerShdw>
          </a:effectLst>
        </p:spPr>
      </p:sp>
      <p:sp>
        <p:nvSpPr>
          <p:cNvPr id="6" name="Window dot 1"/>
          <p:cNvSpPr/>
          <p:nvPr/>
        </p:nvSpPr>
        <p:spPr>
          <a:xfrm>
            <a:off x="6126480" y="1069848"/>
            <a:ext cx="109728" cy="109728"/>
          </a:xfrm>
          <a:prstGeom prst="ellipse">
            <a:avLst/>
          </a:prstGeom>
          <a:solidFill>
            <a:srgbClr val="FF6B6B"/>
          </a:solidFill>
          <a:ln w="12700">
            <a:solidFill>
              <a:srgbClr val="FF6B6B"/>
            </a:solidFill>
            <a:prstDash val="solid"/>
          </a:ln>
        </p:spPr>
      </p:sp>
      <p:sp>
        <p:nvSpPr>
          <p:cNvPr id="7" name="Window dot 2"/>
          <p:cNvSpPr/>
          <p:nvPr/>
        </p:nvSpPr>
        <p:spPr>
          <a:xfrm>
            <a:off x="6309360" y="1069848"/>
            <a:ext cx="109728" cy="109728"/>
          </a:xfrm>
          <a:prstGeom prst="ellipse">
            <a:avLst/>
          </a:prstGeom>
          <a:solidFill>
            <a:srgbClr val="F5C542"/>
          </a:solidFill>
          <a:ln w="12700">
            <a:solidFill>
              <a:srgbClr val="F5C542"/>
            </a:solidFill>
            <a:prstDash val="solid"/>
          </a:ln>
        </p:spPr>
      </p:sp>
      <p:sp>
        <p:nvSpPr>
          <p:cNvPr id="8" name="Window dot 3"/>
          <p:cNvSpPr/>
          <p:nvPr/>
        </p:nvSpPr>
        <p:spPr>
          <a:xfrm>
            <a:off x="6492240" y="1069848"/>
            <a:ext cx="109728" cy="109728"/>
          </a:xfrm>
          <a:prstGeom prst="ellipse">
            <a:avLst/>
          </a:prstGeom>
          <a:solidFill>
            <a:srgbClr val="5CD68A"/>
          </a:solidFill>
          <a:ln w="12700">
            <a:solidFill>
              <a:srgbClr val="5CD68A"/>
            </a:solidFill>
            <a:prstDash val="solid"/>
          </a:ln>
        </p:spPr>
      </p:sp>
      <p:sp>
        <p:nvSpPr>
          <p:cNvPr id="9" name="Search icon circle"/>
          <p:cNvSpPr/>
          <p:nvPr/>
        </p:nvSpPr>
        <p:spPr>
          <a:xfrm>
            <a:off x="8092440" y="1005840"/>
            <a:ext cx="411480" cy="411480"/>
          </a:xfrm>
          <a:prstGeom prst="ellipse">
            <a:avLst/>
          </a:prstGeom>
          <a:solidFill>
            <a:srgbClr val="2F80D0"/>
          </a:solidFill>
          <a:ln w="12700">
            <a:solidFill>
              <a:srgbClr val="2F80D0"/>
            </a:solidFill>
            <a:prstDash val="solid"/>
          </a:ln>
        </p:spPr>
      </p:sp>
      <p:pic>
        <p:nvPicPr>
          <p:cNvPr id="10" name="Image 0" descr="Search icon"/>
          <p:cNvPicPr>
            <a:picLocks noChangeAspect="1"/>
          </p:cNvPicPr>
          <p:nvPr/>
        </p:nvPicPr>
        <p:blipFill>
          <a:blip r:embed="rId3"/>
          <a:stretch>
            <a:fillRect/>
          </a:stretch>
        </p:blipFill>
        <p:spPr>
          <a:xfrm>
            <a:off x="8195310" y="1108710"/>
            <a:ext cx="205740" cy="205740"/>
          </a:xfrm>
          <a:prstGeom prst="rect">
            <a:avLst/>
          </a:prstGeom>
        </p:spPr>
      </p:pic>
      <p:sp>
        <p:nvSpPr>
          <p:cNvPr id="11" name="Text 8"/>
          <p:cNvSpPr txBox="1"/>
          <p:nvPr/>
        </p:nvSpPr>
        <p:spPr>
          <a:xfrm>
            <a:off x="6172200" y="1600200"/>
            <a:ext cx="1828800" cy="228600"/>
          </a:xfrm>
          <a:prstGeom prst="rect">
            <a:avLst/>
          </a:prstGeom>
          <a:noFill/>
          <a:ln/>
        </p:spPr>
        <p:txBody>
          <a:bodyPr wrap="square" lIns="0" tIns="0" rIns="0" bIns="0" rtlCol="0" anchor="ctr"/>
          <a:lstStyle/>
          <a:p>
            <a:pPr marL="0" indent="0">
              <a:buNone/>
            </a:pPr>
            <a:r>
              <a:rPr lang="en-US" sz="1200" b="1" dirty="0">
                <a:solidFill>
                  <a:srgbClr val="7FB9EA"/>
                </a:solidFill>
              </a:rPr>
              <a:t>PATTERN</a:t>
            </a:r>
            <a:endParaRPr lang="en-US" sz="1200" dirty="0"/>
          </a:p>
        </p:txBody>
      </p:sp>
      <p:sp>
        <p:nvSpPr>
          <p:cNvPr id="12" name="Text 9"/>
          <p:cNvSpPr txBox="1"/>
          <p:nvPr/>
        </p:nvSpPr>
        <p:spPr>
          <a:xfrm>
            <a:off x="6172200" y="1828800"/>
            <a:ext cx="2286000" cy="731520"/>
          </a:xfrm>
          <a:prstGeom prst="rect">
            <a:avLst/>
          </a:prstGeom>
          <a:noFill/>
          <a:ln/>
        </p:spPr>
        <p:txBody>
          <a:bodyPr wrap="square" lIns="0" tIns="0" rIns="0" bIns="0" rtlCol="0" anchor="ctr"/>
          <a:lstStyle/>
          <a:p>
            <a:pPr marL="0" indent="0">
              <a:buNone/>
            </a:pPr>
            <a:r>
              <a:rPr lang="en-US" sz="4400" b="1" dirty="0">
                <a:solidFill>
                  <a:srgbClr val="FFFFFF"/>
                </a:solidFill>
                <a:latin typeface="Courier New" pitchFamily="34" charset="0"/>
                <a:ea typeface="Courier New" pitchFamily="34" charset="-122"/>
                <a:cs typeface="Courier New" pitchFamily="34" charset="-120"/>
              </a:rPr>
              <a:t>\d+</a:t>
            </a:r>
            <a:endParaRPr lang="en-US" sz="4400" dirty="0"/>
          </a:p>
        </p:txBody>
      </p:sp>
      <p:sp>
        <p:nvSpPr>
          <p:cNvPr id="13" name="Text 10"/>
          <p:cNvSpPr txBox="1"/>
          <p:nvPr/>
        </p:nvSpPr>
        <p:spPr>
          <a:xfrm>
            <a:off x="6172200" y="2743200"/>
            <a:ext cx="1828800" cy="228600"/>
          </a:xfrm>
          <a:prstGeom prst="rect">
            <a:avLst/>
          </a:prstGeom>
          <a:noFill/>
          <a:ln/>
        </p:spPr>
        <p:txBody>
          <a:bodyPr wrap="square" lIns="0" tIns="0" rIns="0" bIns="0" rtlCol="0" anchor="ctr"/>
          <a:lstStyle/>
          <a:p>
            <a:pPr marL="0" indent="0">
              <a:buNone/>
            </a:pPr>
            <a:r>
              <a:rPr lang="en-US" sz="1200" b="1" dirty="0">
                <a:solidFill>
                  <a:srgbClr val="7FB9EA"/>
                </a:solidFill>
              </a:rPr>
              <a:t>TEXT</a:t>
            </a:r>
            <a:endParaRPr lang="en-US" sz="1200" dirty="0"/>
          </a:p>
        </p:txBody>
      </p:sp>
      <p:sp>
        <p:nvSpPr>
          <p:cNvPr id="14" name="Shape 11"/>
          <p:cNvSpPr/>
          <p:nvPr/>
        </p:nvSpPr>
        <p:spPr>
          <a:xfrm>
            <a:off x="6669024" y="3035808"/>
            <a:ext cx="393192" cy="292608"/>
          </a:xfrm>
          <a:prstGeom prst="roundRect">
            <a:avLst>
              <a:gd name="adj" fmla="val 15625"/>
            </a:avLst>
          </a:prstGeom>
          <a:solidFill>
            <a:srgbClr val="2F80D0"/>
          </a:solidFill>
          <a:ln w="12700">
            <a:solidFill>
              <a:srgbClr val="2F80D0"/>
            </a:solidFill>
            <a:prstDash val="solid"/>
          </a:ln>
        </p:spPr>
      </p:sp>
      <p:sp>
        <p:nvSpPr>
          <p:cNvPr id="15" name="Shape 12"/>
          <p:cNvSpPr/>
          <p:nvPr/>
        </p:nvSpPr>
        <p:spPr>
          <a:xfrm>
            <a:off x="7842504" y="3035808"/>
            <a:ext cx="179832" cy="292608"/>
          </a:xfrm>
          <a:prstGeom prst="roundRect">
            <a:avLst>
              <a:gd name="adj" fmla="val 25424"/>
            </a:avLst>
          </a:prstGeom>
          <a:solidFill>
            <a:srgbClr val="2F80D0"/>
          </a:solidFill>
          <a:ln w="12700">
            <a:solidFill>
              <a:srgbClr val="2F80D0"/>
            </a:solidFill>
            <a:prstDash val="solid"/>
          </a:ln>
        </p:spPr>
      </p:sp>
      <p:sp>
        <p:nvSpPr>
          <p:cNvPr id="16" name="Text 13"/>
          <p:cNvSpPr txBox="1"/>
          <p:nvPr/>
        </p:nvSpPr>
        <p:spPr>
          <a:xfrm>
            <a:off x="6172200" y="3017520"/>
            <a:ext cx="2087880" cy="329184"/>
          </a:xfrm>
          <a:prstGeom prst="rect">
            <a:avLst/>
          </a:prstGeom>
          <a:noFill/>
          <a:ln/>
        </p:spPr>
        <p:txBody>
          <a:bodyPr wrap="none" lIns="0" tIns="0" rIns="0" bIns="0" rtlCol="0" anchor="ctr"/>
          <a:lstStyle/>
          <a:p>
            <a:pPr marL="0" indent="0">
              <a:buNone/>
            </a:pPr>
            <a:r>
              <a:rPr lang="en-US" sz="1400" dirty="0">
                <a:solidFill>
                  <a:srgbClr val="FFFFFF"/>
                </a:solidFill>
                <a:latin typeface="Courier New" pitchFamily="34" charset="0"/>
                <a:ea typeface="Courier New" pitchFamily="34" charset="-122"/>
                <a:cs typeface="Courier New" pitchFamily="34" charset="-120"/>
              </a:rPr>
              <a:t>Room 214, Floor 3</a:t>
            </a:r>
            <a:endParaRPr lang="en-US" sz="1400" dirty="0"/>
          </a:p>
        </p:txBody>
      </p:sp>
      <p:sp>
        <p:nvSpPr>
          <p:cNvPr id="17" name="Text 14"/>
          <p:cNvSpPr txBox="1"/>
          <p:nvPr/>
        </p:nvSpPr>
        <p:spPr>
          <a:xfrm>
            <a:off x="6172200" y="3474720"/>
            <a:ext cx="1828800" cy="228600"/>
          </a:xfrm>
          <a:prstGeom prst="rect">
            <a:avLst/>
          </a:prstGeom>
          <a:noFill/>
          <a:ln/>
        </p:spPr>
        <p:txBody>
          <a:bodyPr wrap="square" lIns="0" tIns="0" rIns="0" bIns="0" rtlCol="0" anchor="ctr"/>
          <a:lstStyle/>
          <a:p>
            <a:pPr marL="0" indent="0">
              <a:buNone/>
            </a:pPr>
            <a:r>
              <a:rPr lang="en-US" sz="1200" b="1" dirty="0">
                <a:solidFill>
                  <a:srgbClr val="7FB9EA"/>
                </a:solidFill>
              </a:rPr>
              <a:t>MATCHES</a:t>
            </a:r>
            <a:endParaRPr lang="en-US" sz="1200" dirty="0"/>
          </a:p>
        </p:txBody>
      </p:sp>
      <p:sp>
        <p:nvSpPr>
          <p:cNvPr id="18" name="Text 15"/>
          <p:cNvSpPr txBox="1"/>
          <p:nvPr/>
        </p:nvSpPr>
        <p:spPr>
          <a:xfrm>
            <a:off x="6172200" y="3703320"/>
            <a:ext cx="2286000" cy="274320"/>
          </a:xfrm>
          <a:prstGeom prst="rect">
            <a:avLst/>
          </a:prstGeom>
          <a:noFill/>
          <a:ln/>
        </p:spPr>
        <p:txBody>
          <a:bodyPr wrap="square" lIns="0" tIns="0" rIns="0" bIns="0"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214   3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400" b="1" dirty="0">
                <a:solidFill>
                  <a:schemeClr val="tx1"/>
                </a:solidFill>
              </a:rPr>
              <a:t>Introduction to Regular Expressions</a:t>
            </a: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391"/>
                </a:solidFill>
              </a:defRPr>
            </a:lvl1pPr>
          </a:lstStyle>
          <a:p>
            <a:pPr algn="r"/>
            <a:fld id="{F7021451-1387-4CA6-816F-3879F97B5CBC}" type="slidenum">
              <a:rPr lang="en-US" b="0"/>
              <a:t>2</a:t>
            </a:fld>
            <a:endParaRPr lang="en-US"/>
          </a:p>
        </p:txBody>
      </p:sp>
      <p:sp>
        <p:nvSpPr>
          <p:cNvPr id="3" name="Regex = Regular Expression circle"/>
          <p:cNvSpPr/>
          <p:nvPr/>
        </p:nvSpPr>
        <p:spPr>
          <a:xfrm>
            <a:off x="457200" y="1389888"/>
            <a:ext cx="548640" cy="548640"/>
          </a:xfrm>
          <a:prstGeom prst="ellipse">
            <a:avLst/>
          </a:prstGeom>
          <a:solidFill>
            <a:srgbClr val="2F80D0"/>
          </a:solidFill>
          <a:ln w="12700">
            <a:solidFill>
              <a:srgbClr val="2F80D0"/>
            </a:solidFill>
            <a:prstDash val="solid"/>
          </a:ln>
        </p:spPr>
      </p:sp>
      <p:pic>
        <p:nvPicPr>
          <p:cNvPr id="4" name="Image 0" descr="Regex = Regular Expression"/>
          <p:cNvPicPr>
            <a:picLocks noChangeAspect="1"/>
          </p:cNvPicPr>
          <p:nvPr/>
        </p:nvPicPr>
        <p:blipFill>
          <a:blip r:embed="rId3"/>
          <a:stretch>
            <a:fillRect/>
          </a:stretch>
        </p:blipFill>
        <p:spPr>
          <a:xfrm>
            <a:off x="594360" y="1527048"/>
            <a:ext cx="274320" cy="274320"/>
          </a:xfrm>
          <a:prstGeom prst="rect">
            <a:avLst/>
          </a:prstGeom>
        </p:spPr>
      </p:pic>
      <p:sp>
        <p:nvSpPr>
          <p:cNvPr id="5" name="Text 2"/>
          <p:cNvSpPr txBox="1"/>
          <p:nvPr/>
        </p:nvSpPr>
        <p:spPr>
          <a:xfrm>
            <a:off x="1188720" y="118872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Regex = Regular Expression</a:t>
            </a:r>
            <a:endParaRPr lang="en-US" sz="1800" dirty="0"/>
          </a:p>
          <a:p>
            <a:pPr marL="0" indent="0">
              <a:buNone/>
            </a:pPr>
            <a:r>
              <a:rPr lang="en-US" sz="1400" dirty="0">
                <a:solidFill>
                  <a:schemeClr val="accent6"/>
                </a:solidFill>
              </a:rPr>
              <a:t>Regex is the short form of regular expressions.</a:t>
            </a:r>
            <a:endParaRPr lang="en-US" sz="1800" dirty="0"/>
          </a:p>
        </p:txBody>
      </p:sp>
      <p:sp>
        <p:nvSpPr>
          <p:cNvPr id="6" name="A pattern for text circle"/>
          <p:cNvSpPr/>
          <p:nvPr/>
        </p:nvSpPr>
        <p:spPr>
          <a:xfrm>
            <a:off x="457200" y="2487168"/>
            <a:ext cx="548640" cy="548640"/>
          </a:xfrm>
          <a:prstGeom prst="ellipse">
            <a:avLst/>
          </a:prstGeom>
          <a:solidFill>
            <a:srgbClr val="2F80D0"/>
          </a:solidFill>
          <a:ln w="12700">
            <a:solidFill>
              <a:srgbClr val="2F80D0"/>
            </a:solidFill>
            <a:prstDash val="solid"/>
          </a:ln>
        </p:spPr>
      </p:sp>
      <p:pic>
        <p:nvPicPr>
          <p:cNvPr id="7" name="Image 1" descr="A pattern for text"/>
          <p:cNvPicPr>
            <a:picLocks noChangeAspect="1"/>
          </p:cNvPicPr>
          <p:nvPr/>
        </p:nvPicPr>
        <p:blipFill>
          <a:blip r:embed="rId4"/>
          <a:stretch>
            <a:fillRect/>
          </a:stretch>
        </p:blipFill>
        <p:spPr>
          <a:xfrm>
            <a:off x="594360" y="2624328"/>
            <a:ext cx="274320" cy="274320"/>
          </a:xfrm>
          <a:prstGeom prst="rect">
            <a:avLst/>
          </a:prstGeom>
        </p:spPr>
      </p:pic>
      <p:sp>
        <p:nvSpPr>
          <p:cNvPr id="8" name="Text 4"/>
          <p:cNvSpPr txBox="1"/>
          <p:nvPr/>
        </p:nvSpPr>
        <p:spPr>
          <a:xfrm>
            <a:off x="1188720" y="228600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A pattern for text</a:t>
            </a:r>
            <a:endParaRPr lang="en-US" sz="1800" dirty="0"/>
          </a:p>
          <a:p>
            <a:pPr marL="0" indent="0">
              <a:buNone/>
            </a:pPr>
            <a:r>
              <a:rPr lang="en-US" sz="1400" dirty="0">
                <a:solidFill>
                  <a:schemeClr val="accent6"/>
                </a:solidFill>
              </a:rPr>
              <a:t>Used to search, match, validate, and extract text.</a:t>
            </a:r>
            <a:endParaRPr lang="en-US" sz="1800" dirty="0"/>
          </a:p>
        </p:txBody>
      </p:sp>
      <p:sp>
        <p:nvSpPr>
          <p:cNvPr id="9" name="Important in NLP circle"/>
          <p:cNvSpPr/>
          <p:nvPr/>
        </p:nvSpPr>
        <p:spPr>
          <a:xfrm>
            <a:off x="457200" y="3584448"/>
            <a:ext cx="548640" cy="548640"/>
          </a:xfrm>
          <a:prstGeom prst="ellipse">
            <a:avLst/>
          </a:prstGeom>
          <a:solidFill>
            <a:srgbClr val="2F80D0"/>
          </a:solidFill>
          <a:ln w="12700">
            <a:solidFill>
              <a:srgbClr val="2F80D0"/>
            </a:solidFill>
            <a:prstDash val="solid"/>
          </a:ln>
        </p:spPr>
      </p:sp>
      <p:pic>
        <p:nvPicPr>
          <p:cNvPr id="10" name="Image 2" descr="Important in NLP"/>
          <p:cNvPicPr>
            <a:picLocks noChangeAspect="1"/>
          </p:cNvPicPr>
          <p:nvPr/>
        </p:nvPicPr>
        <p:blipFill>
          <a:blip r:embed="rId5"/>
          <a:stretch>
            <a:fillRect/>
          </a:stretch>
        </p:blipFill>
        <p:spPr>
          <a:xfrm>
            <a:off x="594360" y="3721608"/>
            <a:ext cx="274320" cy="274320"/>
          </a:xfrm>
          <a:prstGeom prst="rect">
            <a:avLst/>
          </a:prstGeom>
        </p:spPr>
      </p:pic>
      <p:sp>
        <p:nvSpPr>
          <p:cNvPr id="11" name="Text 6"/>
          <p:cNvSpPr txBox="1"/>
          <p:nvPr/>
        </p:nvSpPr>
        <p:spPr>
          <a:xfrm>
            <a:off x="1188720" y="338328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Important in NLP</a:t>
            </a:r>
            <a:endParaRPr lang="en-US" sz="1800" dirty="0"/>
          </a:p>
          <a:p>
            <a:pPr marL="0" indent="0">
              <a:buNone/>
            </a:pPr>
            <a:r>
              <a:rPr lang="en-US" sz="1400" dirty="0">
                <a:solidFill>
                  <a:schemeClr val="accent6"/>
                </a:solidFill>
              </a:rPr>
              <a:t>Finds useful data inside raw, messy text.</a:t>
            </a:r>
            <a:endParaRPr lang="en-US" sz="1800" dirty="0"/>
          </a:p>
        </p:txBody>
      </p:sp>
      <p:sp>
        <p:nvSpPr>
          <p:cNvPr id="12" name="Example card"/>
          <p:cNvSpPr/>
          <p:nvPr/>
        </p:nvSpPr>
        <p:spPr>
          <a:xfrm>
            <a:off x="4937760" y="1188720"/>
            <a:ext cx="3749040" cy="3246120"/>
          </a:xfrm>
          <a:prstGeom prst="roundRect">
            <a:avLst>
              <a:gd name="adj" fmla="val 3380"/>
            </a:avLst>
          </a:prstGeom>
          <a:solidFill>
            <a:srgbClr val="EAF4FD"/>
          </a:solidFill>
          <a:ln w="12700">
            <a:solidFill>
              <a:srgbClr val="EAF4FD"/>
            </a:solidFill>
            <a:prstDash val="solid"/>
          </a:ln>
        </p:spPr>
      </p:sp>
      <p:sp>
        <p:nvSpPr>
          <p:cNvPr id="13" name="Text 8"/>
          <p:cNvSpPr txBox="1"/>
          <p:nvPr/>
        </p:nvSpPr>
        <p:spPr>
          <a:xfrm>
            <a:off x="5212080" y="1371600"/>
            <a:ext cx="2743200" cy="228600"/>
          </a:xfrm>
          <a:prstGeom prst="rect">
            <a:avLst/>
          </a:prstGeom>
          <a:noFill/>
          <a:ln/>
        </p:spPr>
        <p:txBody>
          <a:bodyPr wrap="square" lIns="0" tIns="0" rIns="0" bIns="0" rtlCol="0" anchor="ctr"/>
          <a:lstStyle/>
          <a:p>
            <a:pPr marL="0" indent="0">
              <a:buNone/>
            </a:pPr>
            <a:r>
              <a:rPr lang="en-US" sz="1200" b="1" dirty="0">
                <a:solidFill>
                  <a:schemeClr val="accent6"/>
                </a:solidFill>
              </a:rPr>
              <a:t>INPUT TEXT</a:t>
            </a:r>
            <a:endParaRPr lang="en-US" sz="1200" dirty="0"/>
          </a:p>
        </p:txBody>
      </p:sp>
      <p:sp>
        <p:nvSpPr>
          <p:cNvPr id="14" name="Shape 9"/>
          <p:cNvSpPr/>
          <p:nvPr/>
        </p:nvSpPr>
        <p:spPr>
          <a:xfrm>
            <a:off x="6455664" y="1664208"/>
            <a:ext cx="1886712" cy="310896"/>
          </a:xfrm>
          <a:prstGeom prst="roundRect">
            <a:avLst>
              <a:gd name="adj" fmla="val 14706"/>
            </a:avLst>
          </a:prstGeom>
          <a:solidFill>
            <a:srgbClr val="A9D3F5"/>
          </a:solidFill>
          <a:ln w="12700">
            <a:solidFill>
              <a:srgbClr val="A9D3F5"/>
            </a:solidFill>
            <a:prstDash val="solid"/>
          </a:ln>
        </p:spPr>
      </p:sp>
      <p:sp>
        <p:nvSpPr>
          <p:cNvPr id="15" name="Text 10"/>
          <p:cNvSpPr txBox="1"/>
          <p:nvPr/>
        </p:nvSpPr>
        <p:spPr>
          <a:xfrm>
            <a:off x="5212080" y="1645920"/>
            <a:ext cx="3368040" cy="347472"/>
          </a:xfrm>
          <a:prstGeom prst="rect">
            <a:avLst/>
          </a:prstGeom>
          <a:noFill/>
          <a:ln/>
        </p:spPr>
        <p:txBody>
          <a:bodyPr wrap="none" lIns="0" tIns="0" rIns="0" bIns="0" rtlCol="0" anchor="ctr"/>
          <a:lstStyle/>
          <a:p>
            <a:pPr marL="0" indent="0">
              <a:buNone/>
            </a:pPr>
            <a:r>
              <a:rPr lang="en-US" sz="1400" dirty="0">
                <a:solidFill>
                  <a:srgbClr val="0B1F3A"/>
                </a:solidFill>
                <a:latin typeface="Courier New" pitchFamily="34" charset="0"/>
                <a:ea typeface="Courier New" pitchFamily="34" charset="-122"/>
                <a:cs typeface="Courier New" pitchFamily="34" charset="-120"/>
              </a:rPr>
              <a:t>My email is student@gmail.com</a:t>
            </a:r>
            <a:endParaRPr lang="en-US" sz="1400" dirty="0"/>
          </a:p>
        </p:txBody>
      </p:sp>
      <p:pic>
        <p:nvPicPr>
          <p:cNvPr id="16" name="Image 3" descr="Arrow down"/>
          <p:cNvPicPr>
            <a:picLocks noChangeAspect="1"/>
          </p:cNvPicPr>
          <p:nvPr/>
        </p:nvPicPr>
        <p:blipFill>
          <a:blip r:embed="rId6"/>
          <a:stretch>
            <a:fillRect/>
          </a:stretch>
        </p:blipFill>
        <p:spPr>
          <a:xfrm>
            <a:off x="6766560" y="2103120"/>
            <a:ext cx="274320" cy="274320"/>
          </a:xfrm>
          <a:prstGeom prst="rect">
            <a:avLst/>
          </a:prstGeom>
        </p:spPr>
      </p:pic>
      <p:sp>
        <p:nvSpPr>
          <p:cNvPr id="17" name="Text 11"/>
          <p:cNvSpPr txBox="1"/>
          <p:nvPr/>
        </p:nvSpPr>
        <p:spPr>
          <a:xfrm>
            <a:off x="5212080" y="2487168"/>
            <a:ext cx="2743200" cy="228600"/>
          </a:xfrm>
          <a:prstGeom prst="rect">
            <a:avLst/>
          </a:prstGeom>
          <a:noFill/>
          <a:ln/>
        </p:spPr>
        <p:txBody>
          <a:bodyPr wrap="square" lIns="0" tIns="0" rIns="0" bIns="0" rtlCol="0" anchor="ctr"/>
          <a:lstStyle/>
          <a:p>
            <a:pPr marL="0" indent="0">
              <a:buNone/>
            </a:pPr>
            <a:r>
              <a:rPr lang="en-US" sz="1200" b="1" dirty="0">
                <a:solidFill>
                  <a:schemeClr val="accent6"/>
                </a:solidFill>
              </a:rPr>
              <a:t>PATTERN USED</a:t>
            </a:r>
            <a:endParaRPr lang="en-US" sz="1200" dirty="0"/>
          </a:p>
        </p:txBody>
      </p:sp>
      <p:sp>
        <p:nvSpPr>
          <p:cNvPr id="18" name="Pattern chip"/>
          <p:cNvSpPr/>
          <p:nvPr/>
        </p:nvSpPr>
        <p:spPr>
          <a:xfrm>
            <a:off x="5212080" y="2743200"/>
            <a:ext cx="1554480" cy="347472"/>
          </a:xfrm>
          <a:prstGeom prst="roundRect">
            <a:avLst>
              <a:gd name="adj" fmla="val 21053"/>
            </a:avLst>
          </a:prstGeom>
          <a:solidFill>
            <a:srgbClr val="12305A"/>
          </a:solidFill>
          <a:ln w="12700">
            <a:solidFill>
              <a:srgbClr val="12305A"/>
            </a:solidFill>
            <a:prstDash val="solid"/>
          </a:ln>
        </p:spPr>
      </p:sp>
      <p:sp>
        <p:nvSpPr>
          <p:cNvPr id="19" name="Text 13"/>
          <p:cNvSpPr txBox="1"/>
          <p:nvPr/>
        </p:nvSpPr>
        <p:spPr>
          <a:xfrm>
            <a:off x="5212080" y="2743200"/>
            <a:ext cx="15544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\w+@\w+\.\w+</a:t>
            </a:r>
            <a:endParaRPr lang="en-US" sz="1400" dirty="0"/>
          </a:p>
        </p:txBody>
      </p:sp>
      <p:pic>
        <p:nvPicPr>
          <p:cNvPr id="20" name="Image 4" descr="Arrow down"/>
          <p:cNvPicPr>
            <a:picLocks noChangeAspect="1"/>
          </p:cNvPicPr>
          <p:nvPr/>
        </p:nvPicPr>
        <p:blipFill>
          <a:blip r:embed="rId6"/>
          <a:stretch>
            <a:fillRect/>
          </a:stretch>
        </p:blipFill>
        <p:spPr>
          <a:xfrm>
            <a:off x="6766560" y="3200400"/>
            <a:ext cx="274320" cy="274320"/>
          </a:xfrm>
          <a:prstGeom prst="rect">
            <a:avLst/>
          </a:prstGeom>
        </p:spPr>
      </p:pic>
      <p:sp>
        <p:nvSpPr>
          <p:cNvPr id="21" name="Text 14"/>
          <p:cNvSpPr txBox="1"/>
          <p:nvPr/>
        </p:nvSpPr>
        <p:spPr>
          <a:xfrm>
            <a:off x="5212080" y="3566160"/>
            <a:ext cx="2743200" cy="228600"/>
          </a:xfrm>
          <a:prstGeom prst="rect">
            <a:avLst/>
          </a:prstGeom>
          <a:noFill/>
          <a:ln/>
        </p:spPr>
        <p:txBody>
          <a:bodyPr wrap="square" lIns="0" tIns="0" rIns="0" bIns="0" rtlCol="0" anchor="ctr"/>
          <a:lstStyle/>
          <a:p>
            <a:pPr marL="0" indent="0">
              <a:buNone/>
            </a:pPr>
            <a:r>
              <a:rPr lang="en-US" sz="1200" b="1" dirty="0">
                <a:solidFill>
                  <a:schemeClr val="accent6"/>
                </a:solidFill>
              </a:rPr>
              <a:t>EXTRACTED RESULT</a:t>
            </a:r>
            <a:endParaRPr lang="en-US" sz="1200" dirty="0"/>
          </a:p>
        </p:txBody>
      </p:sp>
      <p:sp>
        <p:nvSpPr>
          <p:cNvPr id="22" name="Result chip"/>
          <p:cNvSpPr/>
          <p:nvPr/>
        </p:nvSpPr>
        <p:spPr>
          <a:xfrm>
            <a:off x="5212080" y="3822192"/>
            <a:ext cx="2346960" cy="347472"/>
          </a:xfrm>
          <a:prstGeom prst="roundRect">
            <a:avLst>
              <a:gd name="adj" fmla="val 21053"/>
            </a:avLst>
          </a:prstGeom>
          <a:solidFill>
            <a:srgbClr val="2F80D0"/>
          </a:solidFill>
          <a:ln w="12700">
            <a:solidFill>
              <a:srgbClr val="2F80D0"/>
            </a:solidFill>
            <a:prstDash val="solid"/>
          </a:ln>
        </p:spPr>
      </p:sp>
      <p:sp>
        <p:nvSpPr>
          <p:cNvPr id="23" name="Text 16"/>
          <p:cNvSpPr txBox="1"/>
          <p:nvPr/>
        </p:nvSpPr>
        <p:spPr>
          <a:xfrm>
            <a:off x="5212080" y="3822192"/>
            <a:ext cx="234696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student@gmail.com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400" b="1" dirty="0">
                <a:solidFill>
                  <a:schemeClr val="tx1"/>
                </a:solidFill>
              </a:rPr>
              <a:t>Basic Regex Symbols</a:t>
            </a: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391"/>
                </a:solidFill>
              </a:defRPr>
            </a:lvl1pPr>
          </a:lstStyle>
          <a:p>
            <a:pPr algn="r"/>
            <a:fld id="{F7021451-1387-4CA6-816F-3879F97B5CBC}" type="slidenum">
              <a:rPr lang="en-US" b="0"/>
              <a:t>3</a:t>
            </a:fld>
            <a:endParaRPr lang="en-US"/>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303520" cy="2834640"/>
        </p:xfrm>
        <a:graphic>
          <a:graphicData uri="http://schemas.openxmlformats.org/drawingml/2006/table">
            <a:tbl>
              <a:tblPr/>
              <a:tblGrid>
                <a:gridCol w="10058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57200">
                <a:tc>
                  <a:txBody>
                    <a:bodyPr/>
                    <a:lstStyle/>
                    <a:p>
                      <a:pPr marL="0" indent="0">
                        <a:buNone/>
                      </a:pPr>
                      <a:r>
                        <a:rPr lang="en-US" sz="1600" b="1" dirty="0">
                          <a:solidFill>
                            <a:srgbClr val="FFFFFF"/>
                          </a:solidFill>
                        </a:rPr>
                        <a:t>Symbol</a:t>
                      </a:r>
                      <a:endParaRPr lang="en-US" sz="16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12305A"/>
                    </a:solidFill>
                  </a:tcPr>
                </a:tc>
                <a:tc>
                  <a:txBody>
                    <a:bodyPr/>
                    <a:lstStyle/>
                    <a:p>
                      <a:pPr marL="0" indent="0">
                        <a:buNone/>
                      </a:pPr>
                      <a:r>
                        <a:rPr lang="en-US" sz="1600" b="1" dirty="0">
                          <a:solidFill>
                            <a:srgbClr val="FFFFFF"/>
                          </a:solidFill>
                        </a:rPr>
                        <a:t>Meaning</a:t>
                      </a:r>
                      <a:endParaRPr lang="en-US" sz="16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12305A"/>
                    </a:solidFill>
                  </a:tcPr>
                </a:tc>
                <a:tc>
                  <a:txBody>
                    <a:bodyPr/>
                    <a:lstStyle/>
                    <a:p>
                      <a:pPr marL="0" indent="0">
                        <a:buNone/>
                      </a:pPr>
                      <a:r>
                        <a:rPr lang="en-US" sz="1600" b="1" dirty="0">
                          <a:solidFill>
                            <a:srgbClr val="FFFFFF"/>
                          </a:solidFill>
                        </a:rPr>
                        <a:t>Example</a:t>
                      </a:r>
                      <a:endParaRPr lang="en-US" sz="16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12305A"/>
                    </a:solidFill>
                  </a:tcPr>
                </a:tc>
                <a:extLst>
                  <a:ext uri="{0D108BD9-81ED-4DB2-BD59-A6C34878D82A}">
                    <a16:rowId xmlns:a16="http://schemas.microsoft.com/office/drawing/2014/main" val="10000"/>
                  </a:ext>
                </a:extLst>
              </a:tr>
              <a:tr h="594360">
                <a:tc>
                  <a:txBody>
                    <a:bodyPr/>
                    <a:lstStyle/>
                    <a:p>
                      <a:pPr marL="0" indent="0">
                        <a:buNone/>
                      </a:pPr>
                      <a:r>
                        <a:rPr lang="en-US" sz="1800" b="1" dirty="0">
                          <a:solidFill>
                            <a:srgbClr val="2F80D0"/>
                          </a:solidFill>
                          <a:latin typeface="Courier New" pitchFamily="34" charset="0"/>
                          <a:ea typeface="Courier New" pitchFamily="34" charset="-122"/>
                          <a:cs typeface="Courier New" pitchFamily="34" charset="-120"/>
                        </a:rPr>
                        <a:t>\d</a:t>
                      </a:r>
                      <a:endParaRPr lang="en-US" sz="18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FFFFFF"/>
                    </a:solidFill>
                  </a:tcPr>
                </a:tc>
                <a:tc>
                  <a:txBody>
                    <a:bodyPr/>
                    <a:lstStyle/>
                    <a:p>
                      <a:pPr marL="0" indent="0">
                        <a:buNone/>
                      </a:pPr>
                      <a:r>
                        <a:rPr lang="en-US" sz="1400" dirty="0">
                          <a:solidFill>
                            <a:srgbClr val="0B1F3A"/>
                          </a:solidFill>
                        </a:rPr>
                        <a:t>Matches a digit</a:t>
                      </a:r>
                      <a:endParaRPr lang="en-US" sz="14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FFFFFF"/>
                    </a:solidFill>
                  </a:tcPr>
                </a:tc>
                <a:tc>
                  <a:txBody>
                    <a:bodyPr/>
                    <a:lstStyle/>
                    <a:p>
                      <a:pPr marL="0" indent="0">
                        <a:buNone/>
                      </a:pPr>
                      <a:r>
                        <a:rPr lang="en-US" sz="1400" dirty="0">
                          <a:solidFill>
                            <a:srgbClr val="0B1F3A"/>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800" b="1" dirty="0">
                          <a:solidFill>
                            <a:srgbClr val="2F80D0"/>
                          </a:solidFill>
                          <a:latin typeface="Courier New" pitchFamily="34" charset="0"/>
                          <a:ea typeface="Courier New" pitchFamily="34" charset="-122"/>
                          <a:cs typeface="Courier New" pitchFamily="34" charset="-120"/>
                        </a:rPr>
                        <a:t>\w</a:t>
                      </a:r>
                      <a:endParaRPr lang="en-US" sz="18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EAF4FD"/>
                    </a:solidFill>
                  </a:tcPr>
                </a:tc>
                <a:tc>
                  <a:txBody>
                    <a:bodyPr/>
                    <a:lstStyle/>
                    <a:p>
                      <a:pPr marL="0" indent="0">
                        <a:buNone/>
                      </a:pPr>
                      <a:r>
                        <a:rPr lang="en-US" sz="1400" dirty="0">
                          <a:solidFill>
                            <a:srgbClr val="0B1F3A"/>
                          </a:solidFill>
                        </a:rPr>
                        <a:t>Matches a word character</a:t>
                      </a:r>
                      <a:endParaRPr lang="en-US" sz="14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EAF4FD"/>
                    </a:solidFill>
                  </a:tcPr>
                </a:tc>
                <a:tc>
                  <a:txBody>
                    <a:bodyPr/>
                    <a:lstStyle/>
                    <a:p>
                      <a:pPr marL="0" indent="0">
                        <a:buNone/>
                      </a:pPr>
                      <a:r>
                        <a:rPr lang="en-US" sz="1400" dirty="0">
                          <a:solidFill>
                            <a:srgbClr val="0B1F3A"/>
                          </a:solidFill>
                          <a:latin typeface="Courier New" pitchFamily="34" charset="0"/>
                          <a:ea typeface="Courier New" pitchFamily="34" charset="-122"/>
                          <a:cs typeface="Courier New" pitchFamily="34" charset="-120"/>
                        </a:rPr>
                        <a:t>A</a:t>
                      </a:r>
                      <a:endParaRPr lang="en-US" sz="14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EAF4FD"/>
                    </a:solidFill>
                  </a:tcPr>
                </a:tc>
                <a:extLst>
                  <a:ext uri="{0D108BD9-81ED-4DB2-BD59-A6C34878D82A}">
                    <a16:rowId xmlns:a16="http://schemas.microsoft.com/office/drawing/2014/main" val="10002"/>
                  </a:ext>
                </a:extLst>
              </a:tr>
              <a:tr h="594360">
                <a:tc>
                  <a:txBody>
                    <a:bodyPr/>
                    <a:lstStyle/>
                    <a:p>
                      <a:pPr marL="0" indent="0">
                        <a:buNone/>
                      </a:pPr>
                      <a:r>
                        <a:rPr lang="en-US" sz="1800" b="1" dirty="0">
                          <a:solidFill>
                            <a:srgbClr val="2F80D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FFFFFF"/>
                    </a:solidFill>
                  </a:tcPr>
                </a:tc>
                <a:tc>
                  <a:txBody>
                    <a:bodyPr/>
                    <a:lstStyle/>
                    <a:p>
                      <a:pPr marL="0" indent="0">
                        <a:buNone/>
                      </a:pPr>
                      <a:r>
                        <a:rPr lang="en-US" sz="1400" dirty="0">
                          <a:solidFill>
                            <a:srgbClr val="0B1F3A"/>
                          </a:solidFill>
                        </a:rPr>
                        <a:t>Matches one or more repetitions</a:t>
                      </a:r>
                      <a:endParaRPr lang="en-US" sz="14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FFFFFF"/>
                    </a:solidFill>
                  </a:tcPr>
                </a:tc>
                <a:tc>
                  <a:txBody>
                    <a:bodyPr/>
                    <a:lstStyle/>
                    <a:p>
                      <a:pPr marL="0" indent="0">
                        <a:buNone/>
                      </a:pPr>
                      <a:r>
                        <a:rPr lang="en-US" sz="1400" dirty="0">
                          <a:solidFill>
                            <a:srgbClr val="0B1F3A"/>
                          </a:solidFill>
                          <a:latin typeface="Courier New" pitchFamily="34" charset="0"/>
                          <a:ea typeface="Courier New" pitchFamily="34" charset="-122"/>
                          <a:cs typeface="Courier New" pitchFamily="34" charset="-120"/>
                        </a:rPr>
                        <a:t>123 with \d+</a:t>
                      </a:r>
                      <a:endParaRPr lang="en-US" sz="14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800" b="1" dirty="0">
                          <a:solidFill>
                            <a:srgbClr val="2F80D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EAF4FD"/>
                    </a:solidFill>
                  </a:tcPr>
                </a:tc>
                <a:tc>
                  <a:txBody>
                    <a:bodyPr/>
                    <a:lstStyle/>
                    <a:p>
                      <a:pPr marL="0" indent="0">
                        <a:buNone/>
                      </a:pPr>
                      <a:r>
                        <a:rPr lang="en-US" sz="1400" dirty="0">
                          <a:solidFill>
                            <a:srgbClr val="0B1F3A"/>
                          </a:solidFill>
                        </a:rPr>
                        <a:t>Matches the literal @ symbol</a:t>
                      </a:r>
                      <a:endParaRPr lang="en-US" sz="1400" dirty="0"/>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EAF4FD"/>
                    </a:solidFill>
                  </a:tcPr>
                </a:tc>
                <a:tc>
                  <a:txBody>
                    <a:bodyPr/>
                    <a:lstStyle/>
                    <a:p>
                      <a:pPr marL="0" indent="0">
                        <a:buNone/>
                      </a:pPr>
                      <a:r>
                        <a:rPr lang="en-US" sz="1400" dirty="0">
                          <a:solidFill>
                            <a:srgbClr val="0B1F3A"/>
                          </a:solidFill>
                          <a:latin typeface="Courier New" pitchFamily="34" charset="0"/>
                          <a:ea typeface="Courier New" pitchFamily="34" charset="-122"/>
                          <a:cs typeface="Courier New" pitchFamily="34" charset="-120"/>
                        </a:rPr>
                        <a:t>abc@</a:t>
                      </a:r>
                      <a:endParaRPr lang="en-US" sz="1400" dirty="0">
                        <a:latin typeface="Courier New" charset="0"/>
                        <a:ea typeface="Courier New" charset="0"/>
                        <a:cs typeface="Courier New" charset="0"/>
                      </a:endParaRPr>
                    </a:p>
                  </a:txBody>
                  <a:tcPr marL="109728" marR="109728" marT="0" marB="0" anchor="ctr">
                    <a:lnL w="12700" cap="flat" cmpd="sng" algn="ctr">
                      <a:solidFill>
                        <a:srgbClr val="CFE6FA"/>
                      </a:solidFill>
                      <a:prstDash val="solid"/>
                      <a:round/>
                      <a:headEnd type="none" w="med" len="med"/>
                      <a:tailEnd type="none" w="med" len="med"/>
                    </a:lnL>
                    <a:lnR w="12700" cap="flat" cmpd="sng" algn="ctr">
                      <a:solidFill>
                        <a:srgbClr val="CFE6FA"/>
                      </a:solidFill>
                      <a:prstDash val="solid"/>
                      <a:round/>
                      <a:headEnd type="none" w="med" len="med"/>
                      <a:tailEnd type="none" w="med" len="med"/>
                    </a:lnR>
                    <a:lnT w="12700" cap="flat" cmpd="sng" algn="ctr">
                      <a:solidFill>
                        <a:srgbClr val="CFE6FA"/>
                      </a:solidFill>
                      <a:prstDash val="solid"/>
                      <a:round/>
                      <a:headEnd type="none" w="med" len="med"/>
                      <a:tailEnd type="none" w="med" len="med"/>
                    </a:lnT>
                    <a:lnB w="12700" cap="flat" cmpd="sng" algn="ctr">
                      <a:solidFill>
                        <a:srgbClr val="CFE6FA"/>
                      </a:solidFill>
                      <a:prstDash val="solid"/>
                      <a:round/>
                      <a:headEnd type="none" w="med" len="med"/>
                      <a:tailEnd type="none" w="med" len="med"/>
                    </a:lnB>
                    <a:solidFill>
                      <a:srgbClr val="EAF4FD"/>
                    </a:solidFill>
                  </a:tcPr>
                </a:tc>
                <a:extLst>
                  <a:ext uri="{0D108BD9-81ED-4DB2-BD59-A6C34878D82A}">
                    <a16:rowId xmlns:a16="http://schemas.microsoft.com/office/drawing/2014/main" val="10004"/>
                  </a:ext>
                </a:extLst>
              </a:tr>
            </a:tbl>
          </a:graphicData>
        </a:graphic>
      </p:graphicFrame>
      <p:sp>
        <p:nvSpPr>
          <p:cNvPr id="3" name="Match visual card"/>
          <p:cNvSpPr/>
          <p:nvPr/>
        </p:nvSpPr>
        <p:spPr>
          <a:xfrm>
            <a:off x="6035040" y="1188720"/>
            <a:ext cx="2651760" cy="2834640"/>
          </a:xfrm>
          <a:prstGeom prst="roundRect">
            <a:avLst>
              <a:gd name="adj" fmla="val 4138"/>
            </a:avLst>
          </a:prstGeom>
          <a:solidFill>
            <a:srgbClr val="EAF4FD"/>
          </a:solidFill>
          <a:ln w="12700">
            <a:solidFill>
              <a:srgbClr val="EAF4FD"/>
            </a:solidFill>
            <a:prstDash val="solid"/>
          </a:ln>
        </p:spPr>
      </p:sp>
      <p:sp>
        <p:nvSpPr>
          <p:cNvPr id="5" name="Text 2"/>
          <p:cNvSpPr txBox="1"/>
          <p:nvPr/>
        </p:nvSpPr>
        <p:spPr>
          <a:xfrm>
            <a:off x="6263640" y="1371600"/>
            <a:ext cx="2743200" cy="228600"/>
          </a:xfrm>
          <a:prstGeom prst="rect">
            <a:avLst/>
          </a:prstGeom>
          <a:noFill/>
          <a:ln/>
        </p:spPr>
        <p:txBody>
          <a:bodyPr wrap="square" lIns="0" tIns="0" rIns="0" bIns="0" rtlCol="0" anchor="ctr"/>
          <a:lstStyle/>
          <a:p>
            <a:pPr marL="0" indent="0">
              <a:buNone/>
            </a:pPr>
            <a:r>
              <a:rPr lang="en-US" sz="1200" b="1" dirty="0">
                <a:solidFill>
                  <a:schemeClr val="accent6"/>
                </a:solidFill>
              </a:rPr>
              <a:t>TEXT</a:t>
            </a:r>
            <a:endParaRPr lang="en-US" sz="1200" dirty="0"/>
          </a:p>
        </p:txBody>
      </p:sp>
      <p:sp>
        <p:nvSpPr>
          <p:cNvPr id="6" name="Shape 3"/>
          <p:cNvSpPr/>
          <p:nvPr/>
        </p:nvSpPr>
        <p:spPr>
          <a:xfrm>
            <a:off x="6760464" y="1664208"/>
            <a:ext cx="393192" cy="310896"/>
          </a:xfrm>
          <a:prstGeom prst="roundRect">
            <a:avLst>
              <a:gd name="adj" fmla="val 14706"/>
            </a:avLst>
          </a:prstGeom>
          <a:solidFill>
            <a:srgbClr val="A9D3F5"/>
          </a:solidFill>
          <a:ln w="12700">
            <a:solidFill>
              <a:srgbClr val="A9D3F5"/>
            </a:solidFill>
            <a:prstDash val="solid"/>
          </a:ln>
        </p:spPr>
      </p:sp>
      <p:sp>
        <p:nvSpPr>
          <p:cNvPr id="7" name="Text 4"/>
          <p:cNvSpPr txBox="1"/>
          <p:nvPr/>
        </p:nvSpPr>
        <p:spPr>
          <a:xfrm>
            <a:off x="6263640" y="1645920"/>
            <a:ext cx="1981200" cy="347472"/>
          </a:xfrm>
          <a:prstGeom prst="rect">
            <a:avLst/>
          </a:prstGeom>
          <a:noFill/>
          <a:ln/>
        </p:spPr>
        <p:txBody>
          <a:bodyPr wrap="none" lIns="0" tIns="0" rIns="0" bIns="0" rtlCol="0" anchor="ctr"/>
          <a:lstStyle/>
          <a:p>
            <a:pPr marL="0" indent="0">
              <a:buNone/>
            </a:pPr>
            <a:r>
              <a:rPr lang="en-US" sz="1400" dirty="0">
                <a:solidFill>
                  <a:srgbClr val="0B1F3A"/>
                </a:solidFill>
                <a:latin typeface="Courier New" pitchFamily="34" charset="0"/>
                <a:ea typeface="Courier New" pitchFamily="34" charset="-122"/>
                <a:cs typeface="Courier New" pitchFamily="34" charset="-120"/>
              </a:rPr>
              <a:t>Room 123 is open</a:t>
            </a:r>
            <a:endParaRPr lang="en-US" sz="1400" dirty="0"/>
          </a:p>
        </p:txBody>
      </p:sp>
      <p:sp>
        <p:nvSpPr>
          <p:cNvPr id="8" name="Text 5"/>
          <p:cNvSpPr txBox="1"/>
          <p:nvPr/>
        </p:nvSpPr>
        <p:spPr>
          <a:xfrm>
            <a:off x="6263640" y="2194560"/>
            <a:ext cx="2743200" cy="228600"/>
          </a:xfrm>
          <a:prstGeom prst="rect">
            <a:avLst/>
          </a:prstGeom>
          <a:noFill/>
          <a:ln/>
        </p:spPr>
        <p:txBody>
          <a:bodyPr wrap="square" lIns="0" tIns="0" rIns="0" bIns="0" rtlCol="0" anchor="ctr"/>
          <a:lstStyle/>
          <a:p>
            <a:pPr marL="0" indent="0">
              <a:buNone/>
            </a:pPr>
            <a:r>
              <a:rPr lang="en-US" sz="1200" b="1" dirty="0">
                <a:solidFill>
                  <a:schemeClr val="accent6"/>
                </a:solidFill>
              </a:rPr>
              <a:t>PATTERN</a:t>
            </a:r>
            <a:endParaRPr lang="en-US" sz="1200" dirty="0"/>
          </a:p>
        </p:txBody>
      </p:sp>
      <p:sp>
        <p:nvSpPr>
          <p:cNvPr id="9" name="Pattern chip"/>
          <p:cNvSpPr/>
          <p:nvPr/>
        </p:nvSpPr>
        <p:spPr>
          <a:xfrm>
            <a:off x="6263640" y="2450592"/>
            <a:ext cx="640080" cy="347472"/>
          </a:xfrm>
          <a:prstGeom prst="roundRect">
            <a:avLst>
              <a:gd name="adj" fmla="val 21053"/>
            </a:avLst>
          </a:prstGeom>
          <a:solidFill>
            <a:srgbClr val="12305A"/>
          </a:solidFill>
          <a:ln w="12700">
            <a:solidFill>
              <a:srgbClr val="12305A"/>
            </a:solidFill>
            <a:prstDash val="solid"/>
          </a:ln>
        </p:spPr>
      </p:sp>
      <p:sp>
        <p:nvSpPr>
          <p:cNvPr id="10" name="Text 7"/>
          <p:cNvSpPr txBox="1"/>
          <p:nvPr/>
        </p:nvSpPr>
        <p:spPr>
          <a:xfrm>
            <a:off x="6263640" y="2450592"/>
            <a:ext cx="64008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\d+</a:t>
            </a:r>
            <a:endParaRPr lang="en-US" sz="1600" dirty="0"/>
          </a:p>
        </p:txBody>
      </p:sp>
      <p:sp>
        <p:nvSpPr>
          <p:cNvPr id="11" name="Text 8"/>
          <p:cNvSpPr txBox="1"/>
          <p:nvPr/>
        </p:nvSpPr>
        <p:spPr>
          <a:xfrm>
            <a:off x="6263640" y="3017520"/>
            <a:ext cx="2743200" cy="228600"/>
          </a:xfrm>
          <a:prstGeom prst="rect">
            <a:avLst/>
          </a:prstGeom>
          <a:noFill/>
          <a:ln/>
        </p:spPr>
        <p:txBody>
          <a:bodyPr wrap="square" lIns="0" tIns="0" rIns="0" bIns="0" rtlCol="0" anchor="ctr"/>
          <a:lstStyle/>
          <a:p>
            <a:pPr marL="0" indent="0">
              <a:buNone/>
            </a:pPr>
            <a:r>
              <a:rPr lang="en-US" sz="1200" b="1" dirty="0">
                <a:solidFill>
                  <a:schemeClr val="accent6"/>
                </a:solidFill>
              </a:rPr>
              <a:t>MATCHED PART</a:t>
            </a:r>
            <a:endParaRPr lang="en-US" sz="1200" dirty="0"/>
          </a:p>
        </p:txBody>
      </p:sp>
      <p:sp>
        <p:nvSpPr>
          <p:cNvPr id="12" name="Match chip"/>
          <p:cNvSpPr/>
          <p:nvPr/>
        </p:nvSpPr>
        <p:spPr>
          <a:xfrm>
            <a:off x="6263640" y="3273552"/>
            <a:ext cx="640080" cy="347472"/>
          </a:xfrm>
          <a:prstGeom prst="roundRect">
            <a:avLst>
              <a:gd name="adj" fmla="val 21053"/>
            </a:avLst>
          </a:prstGeom>
          <a:solidFill>
            <a:srgbClr val="2F80D0"/>
          </a:solidFill>
          <a:ln w="12700">
            <a:solidFill>
              <a:srgbClr val="2F80D0"/>
            </a:solidFill>
            <a:prstDash val="solid"/>
          </a:ln>
        </p:spPr>
      </p:sp>
      <p:sp>
        <p:nvSpPr>
          <p:cNvPr id="13" name="Text 10"/>
          <p:cNvSpPr txBox="1"/>
          <p:nvPr/>
        </p:nvSpPr>
        <p:spPr>
          <a:xfrm>
            <a:off x="6263640" y="3273552"/>
            <a:ext cx="64008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123</a:t>
            </a:r>
            <a:endParaRPr lang="en-US" sz="1600" dirty="0"/>
          </a:p>
        </p:txBody>
      </p:sp>
      <p:sp>
        <p:nvSpPr>
          <p:cNvPr id="14" name="Takeaway banner"/>
          <p:cNvSpPr/>
          <p:nvPr/>
        </p:nvSpPr>
        <p:spPr>
          <a:xfrm>
            <a:off x="457200" y="4160520"/>
            <a:ext cx="8229600" cy="457200"/>
          </a:xfrm>
          <a:prstGeom prst="roundRect">
            <a:avLst>
              <a:gd name="adj" fmla="val 20000"/>
            </a:avLst>
          </a:prstGeom>
          <a:solidFill>
            <a:srgbClr val="12305A"/>
          </a:solidFill>
          <a:ln w="12700">
            <a:solidFill>
              <a:srgbClr val="12305A"/>
            </a:solidFill>
            <a:prstDash val="solid"/>
          </a:ln>
        </p:spPr>
      </p:sp>
      <p:sp>
        <p:nvSpPr>
          <p:cNvPr id="15" name="Text 12"/>
          <p:cNvSpPr txBox="1"/>
          <p:nvPr/>
        </p:nvSpPr>
        <p:spPr>
          <a:xfrm>
            <a:off x="457200" y="4160520"/>
            <a:ext cx="8229600" cy="457200"/>
          </a:xfrm>
          <a:prstGeom prst="rect">
            <a:avLst/>
          </a:prstGeom>
          <a:noFill/>
          <a:ln/>
        </p:spPr>
        <p:txBody>
          <a:bodyPr wrap="square" lIns="0" tIns="0" rIns="0" bIns="0" rtlCol="0" anchor="ctr"/>
          <a:lstStyle/>
          <a:p>
            <a:pPr marL="0" indent="0" algn="ctr">
              <a:buNone/>
            </a:pPr>
            <a:r>
              <a:rPr lang="en-US" sz="1600" dirty="0">
                <a:solidFill>
                  <a:srgbClr val="FFFFFF"/>
                </a:solidFill>
              </a:rPr>
              <a:t>Combining symbols creates a pattern for finding specific types of text.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400" b="1" dirty="0">
                <a:solidFill>
                  <a:schemeClr val="tx1"/>
                </a:solidFill>
              </a:rPr>
              <a:t>Real-World Applications</a:t>
            </a:r>
            <a:endParaRPr lang="en-US" sz="3400" dirty="0"/>
          </a:p>
        </p:txBody>
      </p:sp>
      <p:sp>
        <p:nvSpPr>
          <p:cNvPr id="3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391"/>
                </a:solidFill>
              </a:defRPr>
            </a:lvl1pPr>
          </a:lstStyle>
          <a:p>
            <a:pPr algn="r"/>
            <a:fld id="{F7021451-1387-4CA6-816F-3879F97B5CBC}" type="slidenum">
              <a:rPr lang="en-US" b="0"/>
              <a:t>4</a:t>
            </a:fld>
            <a:endParaRPr lang="en-US"/>
          </a:p>
        </p:txBody>
      </p:sp>
      <p:sp>
        <p:nvSpPr>
          <p:cNvPr id="3" name="Email Extraction card"/>
          <p:cNvSpPr/>
          <p:nvPr/>
        </p:nvSpPr>
        <p:spPr>
          <a:xfrm>
            <a:off x="457200" y="1188720"/>
            <a:ext cx="4023360" cy="1600200"/>
          </a:xfrm>
          <a:prstGeom prst="roundRect">
            <a:avLst>
              <a:gd name="adj" fmla="val 6857"/>
            </a:avLst>
          </a:prstGeom>
          <a:solidFill>
            <a:srgbClr val="EAF4FD"/>
          </a:solidFill>
          <a:ln w="12700">
            <a:solidFill>
              <a:srgbClr val="EAF4FD"/>
            </a:solidFill>
            <a:prstDash val="solid"/>
          </a:ln>
        </p:spPr>
      </p:sp>
      <p:sp>
        <p:nvSpPr>
          <p:cNvPr id="4" name="Email Extraction circle"/>
          <p:cNvSpPr/>
          <p:nvPr/>
        </p:nvSpPr>
        <p:spPr>
          <a:xfrm>
            <a:off x="685800" y="1645920"/>
            <a:ext cx="640080" cy="640080"/>
          </a:xfrm>
          <a:prstGeom prst="ellipse">
            <a:avLst/>
          </a:prstGeom>
          <a:solidFill>
            <a:srgbClr val="2F80D0"/>
          </a:solidFill>
          <a:ln w="12700">
            <a:solidFill>
              <a:srgbClr val="2F80D0"/>
            </a:solidFill>
            <a:prstDash val="solid"/>
          </a:ln>
        </p:spPr>
      </p:sp>
      <p:pic>
        <p:nvPicPr>
          <p:cNvPr id="5" name="Image 0" descr="Email Extraction"/>
          <p:cNvPicPr>
            <a:picLocks noChangeAspect="1"/>
          </p:cNvPicPr>
          <p:nvPr/>
        </p:nvPicPr>
        <p:blipFill>
          <a:blip r:embed="rId3"/>
          <a:stretch>
            <a:fillRect/>
          </a:stretch>
        </p:blipFill>
        <p:spPr>
          <a:xfrm>
            <a:off x="845820" y="1805940"/>
            <a:ext cx="320040" cy="320040"/>
          </a:xfrm>
          <a:prstGeom prst="rect">
            <a:avLst/>
          </a:prstGeom>
        </p:spPr>
      </p:pic>
      <p:sp>
        <p:nvSpPr>
          <p:cNvPr id="6" name="Text 3"/>
          <p:cNvSpPr txBox="1"/>
          <p:nvPr/>
        </p:nvSpPr>
        <p:spPr>
          <a:xfrm>
            <a:off x="1508760" y="1371600"/>
            <a:ext cx="2834640" cy="320040"/>
          </a:xfrm>
          <a:prstGeom prst="rect">
            <a:avLst/>
          </a:prstGeom>
          <a:noFill/>
          <a:ln/>
        </p:spPr>
        <p:txBody>
          <a:bodyPr wrap="square" lIns="0" tIns="0" rIns="0" bIns="0" rtlCol="0" anchor="ctr"/>
          <a:lstStyle/>
          <a:p>
            <a:pPr marL="0" indent="0">
              <a:buNone/>
            </a:pPr>
            <a:r>
              <a:rPr lang="en-US" sz="1800" b="1" dirty="0">
                <a:solidFill>
                  <a:schemeClr val="bg1"/>
                </a:solidFill>
              </a:rPr>
              <a:t>Email Extraction</a:t>
            </a:r>
            <a:endParaRPr lang="en-US" sz="1800" dirty="0">
              <a:solidFill>
                <a:schemeClr val="bg1"/>
              </a:solidFill>
            </a:endParaRPr>
          </a:p>
        </p:txBody>
      </p:sp>
      <p:sp>
        <p:nvSpPr>
          <p:cNvPr id="7" name="Text 4"/>
          <p:cNvSpPr txBox="1"/>
          <p:nvPr/>
        </p:nvSpPr>
        <p:spPr>
          <a:xfrm>
            <a:off x="1508760" y="1719072"/>
            <a:ext cx="2834640" cy="274320"/>
          </a:xfrm>
          <a:prstGeom prst="rect">
            <a:avLst/>
          </a:prstGeom>
          <a:noFill/>
          <a:ln/>
        </p:spPr>
        <p:txBody>
          <a:bodyPr wrap="square" lIns="0" tIns="0" rIns="0" bIns="0" rtlCol="0" anchor="ctr"/>
          <a:lstStyle/>
          <a:p>
            <a:pPr marL="0" indent="0">
              <a:buNone/>
            </a:pPr>
            <a:r>
              <a:rPr lang="en-US" sz="1400" dirty="0">
                <a:solidFill>
                  <a:schemeClr val="accent6"/>
                </a:solidFill>
              </a:rPr>
              <a:t>Find emails in documents</a:t>
            </a:r>
            <a:endParaRPr lang="en-US" sz="1400" dirty="0"/>
          </a:p>
        </p:txBody>
      </p:sp>
      <p:sp>
        <p:nvSpPr>
          <p:cNvPr id="8" name="Text 5"/>
          <p:cNvSpPr txBox="1"/>
          <p:nvPr/>
        </p:nvSpPr>
        <p:spPr>
          <a:xfrm>
            <a:off x="1508760" y="2148840"/>
            <a:ext cx="685800" cy="347472"/>
          </a:xfrm>
          <a:prstGeom prst="rect">
            <a:avLst/>
          </a:prstGeom>
          <a:noFill/>
          <a:ln/>
        </p:spPr>
        <p:txBody>
          <a:bodyPr wrap="square" lIns="0" tIns="0" rIns="0" bIns="0" rtlCol="0" anchor="ctr"/>
          <a:lstStyle/>
          <a:p>
            <a:pPr marL="0" indent="0">
              <a:buNone/>
            </a:pPr>
            <a:r>
              <a:rPr lang="en-US" sz="1200" b="1" dirty="0">
                <a:solidFill>
                  <a:schemeClr val="accent6"/>
                </a:solidFill>
              </a:rPr>
              <a:t>Example:</a:t>
            </a:r>
            <a:endParaRPr lang="en-US" sz="1200" dirty="0"/>
          </a:p>
        </p:txBody>
      </p:sp>
      <p:sp>
        <p:nvSpPr>
          <p:cNvPr id="9" name="Email Extraction example"/>
          <p:cNvSpPr/>
          <p:nvPr/>
        </p:nvSpPr>
        <p:spPr>
          <a:xfrm>
            <a:off x="2194560" y="2148840"/>
            <a:ext cx="2087880" cy="347472"/>
          </a:xfrm>
          <a:prstGeom prst="roundRect">
            <a:avLst>
              <a:gd name="adj" fmla="val 21053"/>
            </a:avLst>
          </a:prstGeom>
          <a:solidFill>
            <a:srgbClr val="12305A"/>
          </a:solidFill>
          <a:ln w="12700">
            <a:solidFill>
              <a:srgbClr val="12305A"/>
            </a:solidFill>
            <a:prstDash val="solid"/>
          </a:ln>
        </p:spPr>
      </p:sp>
      <p:sp>
        <p:nvSpPr>
          <p:cNvPr id="10" name="Text 7"/>
          <p:cNvSpPr txBox="1"/>
          <p:nvPr/>
        </p:nvSpPr>
        <p:spPr>
          <a:xfrm>
            <a:off x="2194560" y="2148840"/>
            <a:ext cx="20878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student@gmail.com</a:t>
            </a:r>
            <a:endParaRPr lang="en-US" sz="1400" dirty="0"/>
          </a:p>
        </p:txBody>
      </p:sp>
      <p:sp>
        <p:nvSpPr>
          <p:cNvPr id="11" name="Phone Number Detection card"/>
          <p:cNvSpPr/>
          <p:nvPr/>
        </p:nvSpPr>
        <p:spPr>
          <a:xfrm>
            <a:off x="4663440" y="1188720"/>
            <a:ext cx="4023360" cy="1600200"/>
          </a:xfrm>
          <a:prstGeom prst="roundRect">
            <a:avLst>
              <a:gd name="adj" fmla="val 6857"/>
            </a:avLst>
          </a:prstGeom>
          <a:solidFill>
            <a:srgbClr val="EAF4FD"/>
          </a:solidFill>
          <a:ln w="12700">
            <a:solidFill>
              <a:srgbClr val="EAF4FD"/>
            </a:solidFill>
            <a:prstDash val="solid"/>
          </a:ln>
        </p:spPr>
      </p:sp>
      <p:sp>
        <p:nvSpPr>
          <p:cNvPr id="12" name="Phone Number Detection circle"/>
          <p:cNvSpPr/>
          <p:nvPr/>
        </p:nvSpPr>
        <p:spPr>
          <a:xfrm>
            <a:off x="4892040" y="1645920"/>
            <a:ext cx="640080" cy="640080"/>
          </a:xfrm>
          <a:prstGeom prst="ellipse">
            <a:avLst/>
          </a:prstGeom>
          <a:solidFill>
            <a:srgbClr val="2F80D0"/>
          </a:solidFill>
          <a:ln w="12700">
            <a:solidFill>
              <a:srgbClr val="2F80D0"/>
            </a:solidFill>
            <a:prstDash val="solid"/>
          </a:ln>
        </p:spPr>
      </p:sp>
      <p:pic>
        <p:nvPicPr>
          <p:cNvPr id="13" name="Image 1" descr="Phone Number Detection"/>
          <p:cNvPicPr>
            <a:picLocks noChangeAspect="1"/>
          </p:cNvPicPr>
          <p:nvPr/>
        </p:nvPicPr>
        <p:blipFill>
          <a:blip r:embed="rId4"/>
          <a:stretch>
            <a:fillRect/>
          </a:stretch>
        </p:blipFill>
        <p:spPr>
          <a:xfrm>
            <a:off x="5052060" y="1805940"/>
            <a:ext cx="320040" cy="320040"/>
          </a:xfrm>
          <a:prstGeom prst="rect">
            <a:avLst/>
          </a:prstGeom>
        </p:spPr>
      </p:pic>
      <p:sp>
        <p:nvSpPr>
          <p:cNvPr id="14" name="Text 10"/>
          <p:cNvSpPr txBox="1"/>
          <p:nvPr/>
        </p:nvSpPr>
        <p:spPr>
          <a:xfrm>
            <a:off x="5715000" y="1371600"/>
            <a:ext cx="2834640" cy="320040"/>
          </a:xfrm>
          <a:prstGeom prst="rect">
            <a:avLst/>
          </a:prstGeom>
          <a:noFill/>
          <a:ln/>
        </p:spPr>
        <p:txBody>
          <a:bodyPr wrap="square" lIns="0" tIns="0" rIns="0" bIns="0" rtlCol="0" anchor="ctr"/>
          <a:lstStyle/>
          <a:p>
            <a:pPr marL="0" indent="0">
              <a:buNone/>
            </a:pPr>
            <a:r>
              <a:rPr lang="en-US" sz="1800" b="1" dirty="0">
                <a:solidFill>
                  <a:schemeClr val="bg1"/>
                </a:solidFill>
              </a:rPr>
              <a:t>Phone Number Detection</a:t>
            </a:r>
            <a:endParaRPr lang="en-US" sz="1800" dirty="0">
              <a:solidFill>
                <a:schemeClr val="bg1"/>
              </a:solidFill>
            </a:endParaRPr>
          </a:p>
        </p:txBody>
      </p:sp>
      <p:sp>
        <p:nvSpPr>
          <p:cNvPr id="15" name="Text 11"/>
          <p:cNvSpPr txBox="1"/>
          <p:nvPr/>
        </p:nvSpPr>
        <p:spPr>
          <a:xfrm>
            <a:off x="5715000" y="1719072"/>
            <a:ext cx="2834640" cy="274320"/>
          </a:xfrm>
          <a:prstGeom prst="rect">
            <a:avLst/>
          </a:prstGeom>
          <a:noFill/>
          <a:ln/>
        </p:spPr>
        <p:txBody>
          <a:bodyPr wrap="square" lIns="0" tIns="0" rIns="0" bIns="0" rtlCol="0" anchor="ctr"/>
          <a:lstStyle/>
          <a:p>
            <a:pPr marL="0" indent="0">
              <a:buNone/>
            </a:pPr>
            <a:r>
              <a:rPr lang="en-US" sz="1400" dirty="0">
                <a:solidFill>
                  <a:schemeClr val="accent6"/>
                </a:solidFill>
              </a:rPr>
              <a:t>Detect phone numbers in text</a:t>
            </a:r>
            <a:endParaRPr lang="en-US" sz="1400" dirty="0"/>
          </a:p>
        </p:txBody>
      </p:sp>
      <p:sp>
        <p:nvSpPr>
          <p:cNvPr id="16" name="Text 12"/>
          <p:cNvSpPr txBox="1"/>
          <p:nvPr/>
        </p:nvSpPr>
        <p:spPr>
          <a:xfrm>
            <a:off x="5715000" y="2148840"/>
            <a:ext cx="685800" cy="347472"/>
          </a:xfrm>
          <a:prstGeom prst="rect">
            <a:avLst/>
          </a:prstGeom>
          <a:noFill/>
          <a:ln/>
        </p:spPr>
        <p:txBody>
          <a:bodyPr wrap="square" lIns="0" tIns="0" rIns="0" bIns="0" rtlCol="0" anchor="ctr"/>
          <a:lstStyle/>
          <a:p>
            <a:pPr marL="0" indent="0">
              <a:buNone/>
            </a:pPr>
            <a:r>
              <a:rPr lang="en-US" sz="1200" b="1" dirty="0">
                <a:solidFill>
                  <a:schemeClr val="accent6"/>
                </a:solidFill>
              </a:rPr>
              <a:t>Example:</a:t>
            </a:r>
            <a:endParaRPr lang="en-US" sz="1200" dirty="0"/>
          </a:p>
        </p:txBody>
      </p:sp>
      <p:sp>
        <p:nvSpPr>
          <p:cNvPr id="17" name="Phone Number Detection example"/>
          <p:cNvSpPr/>
          <p:nvPr/>
        </p:nvSpPr>
        <p:spPr>
          <a:xfrm>
            <a:off x="6400800" y="2148840"/>
            <a:ext cx="1341120" cy="347472"/>
          </a:xfrm>
          <a:prstGeom prst="roundRect">
            <a:avLst>
              <a:gd name="adj" fmla="val 21053"/>
            </a:avLst>
          </a:prstGeom>
          <a:solidFill>
            <a:srgbClr val="12305A"/>
          </a:solidFill>
          <a:ln w="12700">
            <a:solidFill>
              <a:srgbClr val="12305A"/>
            </a:solidFill>
            <a:prstDash val="solid"/>
          </a:ln>
        </p:spPr>
      </p:sp>
      <p:sp>
        <p:nvSpPr>
          <p:cNvPr id="18" name="Text 14"/>
          <p:cNvSpPr txBox="1"/>
          <p:nvPr/>
        </p:nvSpPr>
        <p:spPr>
          <a:xfrm>
            <a:off x="6400800" y="2148840"/>
            <a:ext cx="1341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9876543210</a:t>
            </a:r>
            <a:endParaRPr lang="en-US" sz="1400" dirty="0"/>
          </a:p>
        </p:txBody>
      </p:sp>
      <p:sp>
        <p:nvSpPr>
          <p:cNvPr id="19" name="Date Extraction card"/>
          <p:cNvSpPr/>
          <p:nvPr/>
        </p:nvSpPr>
        <p:spPr>
          <a:xfrm>
            <a:off x="457200" y="2971800"/>
            <a:ext cx="4023360" cy="1600200"/>
          </a:xfrm>
          <a:prstGeom prst="roundRect">
            <a:avLst>
              <a:gd name="adj" fmla="val 6857"/>
            </a:avLst>
          </a:prstGeom>
          <a:solidFill>
            <a:srgbClr val="EAF4FD"/>
          </a:solidFill>
          <a:ln w="12700">
            <a:solidFill>
              <a:srgbClr val="EAF4FD"/>
            </a:solidFill>
            <a:prstDash val="solid"/>
          </a:ln>
        </p:spPr>
      </p:sp>
      <p:sp>
        <p:nvSpPr>
          <p:cNvPr id="20" name="Date Extraction circle"/>
          <p:cNvSpPr/>
          <p:nvPr/>
        </p:nvSpPr>
        <p:spPr>
          <a:xfrm>
            <a:off x="685800" y="3429000"/>
            <a:ext cx="640080" cy="640080"/>
          </a:xfrm>
          <a:prstGeom prst="ellipse">
            <a:avLst/>
          </a:prstGeom>
          <a:solidFill>
            <a:srgbClr val="2F80D0"/>
          </a:solidFill>
          <a:ln w="12700">
            <a:solidFill>
              <a:srgbClr val="2F80D0"/>
            </a:solidFill>
            <a:prstDash val="solid"/>
          </a:ln>
        </p:spPr>
      </p:sp>
      <p:pic>
        <p:nvPicPr>
          <p:cNvPr id="21" name="Image 2" descr="Date Extraction"/>
          <p:cNvPicPr>
            <a:picLocks noChangeAspect="1"/>
          </p:cNvPicPr>
          <p:nvPr/>
        </p:nvPicPr>
        <p:blipFill>
          <a:blip r:embed="rId5"/>
          <a:stretch>
            <a:fillRect/>
          </a:stretch>
        </p:blipFill>
        <p:spPr>
          <a:xfrm>
            <a:off x="845820" y="3589020"/>
            <a:ext cx="320040" cy="320040"/>
          </a:xfrm>
          <a:prstGeom prst="rect">
            <a:avLst/>
          </a:prstGeom>
        </p:spPr>
      </p:pic>
      <p:sp>
        <p:nvSpPr>
          <p:cNvPr id="22" name="Text 17"/>
          <p:cNvSpPr txBox="1"/>
          <p:nvPr/>
        </p:nvSpPr>
        <p:spPr>
          <a:xfrm>
            <a:off x="1508760" y="3154680"/>
            <a:ext cx="2834640" cy="320040"/>
          </a:xfrm>
          <a:prstGeom prst="rect">
            <a:avLst/>
          </a:prstGeom>
          <a:noFill/>
          <a:ln/>
        </p:spPr>
        <p:txBody>
          <a:bodyPr wrap="square" lIns="0" tIns="0" rIns="0" bIns="0" rtlCol="0" anchor="ctr"/>
          <a:lstStyle/>
          <a:p>
            <a:pPr marL="0" indent="0">
              <a:buNone/>
            </a:pPr>
            <a:r>
              <a:rPr lang="en-US" sz="1800" b="1" dirty="0">
                <a:solidFill>
                  <a:schemeClr val="bg1"/>
                </a:solidFill>
              </a:rPr>
              <a:t>Date Extraction</a:t>
            </a:r>
            <a:endParaRPr lang="en-US" sz="1800" dirty="0">
              <a:solidFill>
                <a:schemeClr val="bg1"/>
              </a:solidFill>
            </a:endParaRPr>
          </a:p>
        </p:txBody>
      </p:sp>
      <p:sp>
        <p:nvSpPr>
          <p:cNvPr id="23" name="Text 18"/>
          <p:cNvSpPr txBox="1"/>
          <p:nvPr/>
        </p:nvSpPr>
        <p:spPr>
          <a:xfrm>
            <a:off x="1508760" y="3502152"/>
            <a:ext cx="2834640" cy="274320"/>
          </a:xfrm>
          <a:prstGeom prst="rect">
            <a:avLst/>
          </a:prstGeom>
          <a:noFill/>
          <a:ln/>
        </p:spPr>
        <p:txBody>
          <a:bodyPr wrap="square" lIns="0" tIns="0" rIns="0" bIns="0" rtlCol="0" anchor="ctr"/>
          <a:lstStyle/>
          <a:p>
            <a:pPr marL="0" indent="0">
              <a:buNone/>
            </a:pPr>
            <a:r>
              <a:rPr lang="en-US" sz="1400" dirty="0">
                <a:solidFill>
                  <a:schemeClr val="accent6"/>
                </a:solidFill>
              </a:rPr>
              <a:t>Pick out dates from reports</a:t>
            </a:r>
            <a:endParaRPr lang="en-US" sz="1400" dirty="0"/>
          </a:p>
        </p:txBody>
      </p:sp>
      <p:sp>
        <p:nvSpPr>
          <p:cNvPr id="24" name="Text 19"/>
          <p:cNvSpPr txBox="1"/>
          <p:nvPr/>
        </p:nvSpPr>
        <p:spPr>
          <a:xfrm>
            <a:off x="1508760" y="3931920"/>
            <a:ext cx="685800" cy="347472"/>
          </a:xfrm>
          <a:prstGeom prst="rect">
            <a:avLst/>
          </a:prstGeom>
          <a:noFill/>
          <a:ln/>
        </p:spPr>
        <p:txBody>
          <a:bodyPr wrap="square" lIns="0" tIns="0" rIns="0" bIns="0" rtlCol="0" anchor="ctr"/>
          <a:lstStyle/>
          <a:p>
            <a:pPr marL="0" indent="0">
              <a:buNone/>
            </a:pPr>
            <a:r>
              <a:rPr lang="en-US" sz="1200" b="1" dirty="0">
                <a:solidFill>
                  <a:schemeClr val="accent6"/>
                </a:solidFill>
              </a:rPr>
              <a:t>Example:</a:t>
            </a:r>
            <a:endParaRPr lang="en-US" sz="1200" dirty="0"/>
          </a:p>
        </p:txBody>
      </p:sp>
      <p:sp>
        <p:nvSpPr>
          <p:cNvPr id="25" name="Date Extraction example"/>
          <p:cNvSpPr/>
          <p:nvPr/>
        </p:nvSpPr>
        <p:spPr>
          <a:xfrm>
            <a:off x="2194560" y="3931920"/>
            <a:ext cx="1341120" cy="347472"/>
          </a:xfrm>
          <a:prstGeom prst="roundRect">
            <a:avLst>
              <a:gd name="adj" fmla="val 21053"/>
            </a:avLst>
          </a:prstGeom>
          <a:solidFill>
            <a:srgbClr val="12305A"/>
          </a:solidFill>
          <a:ln w="12700">
            <a:solidFill>
              <a:srgbClr val="12305A"/>
            </a:solidFill>
            <a:prstDash val="solid"/>
          </a:ln>
        </p:spPr>
      </p:sp>
      <p:sp>
        <p:nvSpPr>
          <p:cNvPr id="26" name="Text 21"/>
          <p:cNvSpPr txBox="1"/>
          <p:nvPr/>
        </p:nvSpPr>
        <p:spPr>
          <a:xfrm>
            <a:off x="2194560" y="3931920"/>
            <a:ext cx="1341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22/10/2026</a:t>
            </a:r>
            <a:endParaRPr lang="en-US" sz="1400" dirty="0"/>
          </a:p>
        </p:txBody>
      </p:sp>
      <p:sp>
        <p:nvSpPr>
          <p:cNvPr id="27" name="Keyword Searching card"/>
          <p:cNvSpPr/>
          <p:nvPr/>
        </p:nvSpPr>
        <p:spPr>
          <a:xfrm>
            <a:off x="4663440" y="2971800"/>
            <a:ext cx="4023360" cy="1600200"/>
          </a:xfrm>
          <a:prstGeom prst="roundRect">
            <a:avLst>
              <a:gd name="adj" fmla="val 6857"/>
            </a:avLst>
          </a:prstGeom>
          <a:solidFill>
            <a:srgbClr val="EAF4FD"/>
          </a:solidFill>
          <a:ln w="12700">
            <a:solidFill>
              <a:srgbClr val="EAF4FD"/>
            </a:solidFill>
            <a:prstDash val="solid"/>
          </a:ln>
        </p:spPr>
      </p:sp>
      <p:sp>
        <p:nvSpPr>
          <p:cNvPr id="28" name="Keyword Searching circle"/>
          <p:cNvSpPr/>
          <p:nvPr/>
        </p:nvSpPr>
        <p:spPr>
          <a:xfrm>
            <a:off x="4892040" y="3429000"/>
            <a:ext cx="640080" cy="640080"/>
          </a:xfrm>
          <a:prstGeom prst="ellipse">
            <a:avLst/>
          </a:prstGeom>
          <a:solidFill>
            <a:srgbClr val="2F80D0"/>
          </a:solidFill>
          <a:ln w="12700">
            <a:solidFill>
              <a:srgbClr val="2F80D0"/>
            </a:solidFill>
            <a:prstDash val="solid"/>
          </a:ln>
        </p:spPr>
      </p:sp>
      <p:pic>
        <p:nvPicPr>
          <p:cNvPr id="29" name="Image 3" descr="Keyword Searching"/>
          <p:cNvPicPr>
            <a:picLocks noChangeAspect="1"/>
          </p:cNvPicPr>
          <p:nvPr/>
        </p:nvPicPr>
        <p:blipFill>
          <a:blip r:embed="rId6"/>
          <a:stretch>
            <a:fillRect/>
          </a:stretch>
        </p:blipFill>
        <p:spPr>
          <a:xfrm>
            <a:off x="5052060" y="3589020"/>
            <a:ext cx="320040" cy="320040"/>
          </a:xfrm>
          <a:prstGeom prst="rect">
            <a:avLst/>
          </a:prstGeom>
        </p:spPr>
      </p:pic>
      <p:sp>
        <p:nvSpPr>
          <p:cNvPr id="30" name="Text 24"/>
          <p:cNvSpPr txBox="1"/>
          <p:nvPr/>
        </p:nvSpPr>
        <p:spPr>
          <a:xfrm>
            <a:off x="5715000" y="3154680"/>
            <a:ext cx="2834640" cy="320040"/>
          </a:xfrm>
          <a:prstGeom prst="rect">
            <a:avLst/>
          </a:prstGeom>
          <a:noFill/>
          <a:ln/>
        </p:spPr>
        <p:txBody>
          <a:bodyPr wrap="square" lIns="0" tIns="0" rIns="0" bIns="0" rtlCol="0" anchor="ctr"/>
          <a:lstStyle/>
          <a:p>
            <a:pPr marL="0" indent="0">
              <a:buNone/>
            </a:pPr>
            <a:r>
              <a:rPr lang="en-US" sz="1800" b="1" dirty="0">
                <a:solidFill>
                  <a:schemeClr val="bg1"/>
                </a:solidFill>
              </a:rPr>
              <a:t>Keyword Searching</a:t>
            </a:r>
            <a:endParaRPr lang="en-US" sz="1800" dirty="0">
              <a:solidFill>
                <a:schemeClr val="bg1"/>
              </a:solidFill>
            </a:endParaRPr>
          </a:p>
        </p:txBody>
      </p:sp>
      <p:sp>
        <p:nvSpPr>
          <p:cNvPr id="31" name="Text 25"/>
          <p:cNvSpPr txBox="1"/>
          <p:nvPr/>
        </p:nvSpPr>
        <p:spPr>
          <a:xfrm>
            <a:off x="5715000" y="3502152"/>
            <a:ext cx="2834640" cy="274320"/>
          </a:xfrm>
          <a:prstGeom prst="rect">
            <a:avLst/>
          </a:prstGeom>
          <a:noFill/>
          <a:ln/>
        </p:spPr>
        <p:txBody>
          <a:bodyPr wrap="square" lIns="0" tIns="0" rIns="0" bIns="0" rtlCol="0" anchor="ctr"/>
          <a:lstStyle/>
          <a:p>
            <a:pPr marL="0" indent="0">
              <a:buNone/>
            </a:pPr>
            <a:r>
              <a:rPr lang="en-US" sz="1400" dirty="0">
                <a:solidFill>
                  <a:schemeClr val="accent6"/>
                </a:solidFill>
              </a:rPr>
              <a:t>Search keywords in big files</a:t>
            </a:r>
            <a:endParaRPr lang="en-US" sz="1400" dirty="0"/>
          </a:p>
        </p:txBody>
      </p:sp>
      <p:sp>
        <p:nvSpPr>
          <p:cNvPr id="32" name="Text 26"/>
          <p:cNvSpPr txBox="1"/>
          <p:nvPr/>
        </p:nvSpPr>
        <p:spPr>
          <a:xfrm>
            <a:off x="5715000" y="3931920"/>
            <a:ext cx="685800" cy="347472"/>
          </a:xfrm>
          <a:prstGeom prst="rect">
            <a:avLst/>
          </a:prstGeom>
          <a:noFill/>
          <a:ln/>
        </p:spPr>
        <p:txBody>
          <a:bodyPr wrap="square" lIns="0" tIns="0" rIns="0" bIns="0" rtlCol="0" anchor="ctr"/>
          <a:lstStyle/>
          <a:p>
            <a:pPr marL="0" indent="0">
              <a:buNone/>
            </a:pPr>
            <a:r>
              <a:rPr lang="en-US" sz="1200" b="1" dirty="0">
                <a:solidFill>
                  <a:schemeClr val="accent6"/>
                </a:solidFill>
              </a:rPr>
              <a:t>Example:</a:t>
            </a:r>
            <a:endParaRPr lang="en-US" sz="1200" dirty="0"/>
          </a:p>
        </p:txBody>
      </p:sp>
      <p:sp>
        <p:nvSpPr>
          <p:cNvPr id="33" name="Keyword Searching example"/>
          <p:cNvSpPr/>
          <p:nvPr/>
        </p:nvSpPr>
        <p:spPr>
          <a:xfrm>
            <a:off x="6400800" y="3931920"/>
            <a:ext cx="594360" cy="347472"/>
          </a:xfrm>
          <a:prstGeom prst="roundRect">
            <a:avLst>
              <a:gd name="adj" fmla="val 21053"/>
            </a:avLst>
          </a:prstGeom>
          <a:solidFill>
            <a:srgbClr val="12305A"/>
          </a:solidFill>
          <a:ln w="12700">
            <a:solidFill>
              <a:srgbClr val="12305A"/>
            </a:solidFill>
            <a:prstDash val="solid"/>
          </a:ln>
        </p:spPr>
      </p:sp>
      <p:sp>
        <p:nvSpPr>
          <p:cNvPr id="34" name="Text 28"/>
          <p:cNvSpPr txBox="1"/>
          <p:nvPr/>
        </p:nvSpPr>
        <p:spPr>
          <a:xfrm>
            <a:off x="6400800" y="3931920"/>
            <a:ext cx="59436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NLP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400" b="1" dirty="0">
                <a:solidFill>
                  <a:schemeClr val="tx1"/>
                </a:solidFill>
              </a:rPr>
              <a:t>Extracting Numbers Using Python</a:t>
            </a: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391"/>
                </a:solidFill>
              </a:defRPr>
            </a:lvl1pPr>
          </a:lstStyle>
          <a:p>
            <a:pPr algn="r"/>
            <a:fld id="{F7021451-1387-4CA6-816F-3879F97B5CBC}" type="slidenum">
              <a:rPr lang="en-US" b="0"/>
              <a:t>5</a:t>
            </a:fld>
            <a:endParaRPr lang="en-US"/>
          </a:p>
        </p:txBody>
      </p:sp>
      <p:sp>
        <p:nvSpPr>
          <p:cNvPr id="3" name="Code panel"/>
          <p:cNvSpPr/>
          <p:nvPr/>
        </p:nvSpPr>
        <p:spPr>
          <a:xfrm>
            <a:off x="457200" y="1188720"/>
            <a:ext cx="4754880" cy="1965960"/>
          </a:xfrm>
          <a:prstGeom prst="roundRect">
            <a:avLst>
              <a:gd name="adj" fmla="val 5581"/>
            </a:avLst>
          </a:prstGeom>
          <a:solidFill>
            <a:srgbClr val="0F2747"/>
          </a:solidFill>
          <a:ln w="12700">
            <a:solidFill>
              <a:srgbClr val="0F2747"/>
            </a:solidFill>
            <a:prstDash val="solid"/>
          </a:ln>
          <a:effectLst>
            <a:outerShdw blurRad="76200" dist="25400" dir="5400000" algn="bl" rotWithShape="0">
              <a:srgbClr val="000000">
                <a:alpha val="12000"/>
              </a:srgbClr>
            </a:outerShdw>
          </a:effectLst>
        </p:spPr>
      </p:sp>
      <p:sp>
        <p:nvSpPr>
          <p:cNvPr id="4" name="Text 2"/>
          <p:cNvSpPr txBox="1"/>
          <p:nvPr/>
        </p:nvSpPr>
        <p:spPr>
          <a:xfrm>
            <a:off x="685800" y="1280160"/>
            <a:ext cx="4389120" cy="1783080"/>
          </a:xfrm>
          <a:prstGeom prst="rect">
            <a:avLst/>
          </a:prstGeom>
          <a:noFill/>
          <a:ln/>
        </p:spPr>
        <p:txBody>
          <a:bodyPr wrap="none" lIns="0" tIns="0" rIns="0" bIns="0" rtlCol="0" anchor="ctr"/>
          <a:lstStyle/>
          <a:p>
            <a:pPr marL="0" indent="0">
              <a:buNone/>
            </a:pPr>
            <a:r>
              <a:rPr lang="en-US" sz="1400" dirty="0">
                <a:solidFill>
                  <a:srgbClr val="C792EA"/>
                </a:solidFill>
                <a:latin typeface="Courier New" pitchFamily="34" charset="0"/>
                <a:ea typeface="Courier New" pitchFamily="34" charset="-122"/>
                <a:cs typeface="Courier New" pitchFamily="34" charset="-120"/>
              </a:rPr>
              <a:t>import</a:t>
            </a:r>
            <a:r>
              <a:rPr lang="en-US" sz="1400" dirty="0">
                <a:solidFill>
                  <a:srgbClr val="EEFFFF"/>
                </a:solidFill>
                <a:latin typeface="Courier New" pitchFamily="34" charset="0"/>
                <a:ea typeface="Courier New" pitchFamily="34" charset="-122"/>
                <a:cs typeface="Courier New" pitchFamily="34" charset="-120"/>
              </a:rPr>
              <a:t> re</a:t>
            </a:r>
            <a:endParaRPr lang="en-US" sz="1400" dirty="0"/>
          </a:p>
          <a:p>
            <a:pPr marL="0" indent="0">
              <a:buNone/>
            </a:pPr>
            <a:r>
              <a:rPr lang="en-US" sz="1400" dirty="0">
                <a:solidFill>
                  <a:srgbClr val="EEFFFF"/>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EEFFFF"/>
                </a:solidFill>
                <a:latin typeface="Courier New" pitchFamily="34" charset="0"/>
                <a:ea typeface="Courier New" pitchFamily="34" charset="-122"/>
                <a:cs typeface="Courier New" pitchFamily="34" charset="-120"/>
              </a:rPr>
              <a:t>text</a:t>
            </a:r>
            <a:r>
              <a:rPr lang="en-US" sz="1400" dirty="0">
                <a:solidFill>
                  <a:srgbClr val="89DDFF"/>
                </a:solidFill>
                <a:latin typeface="Courier New" pitchFamily="34" charset="0"/>
                <a:ea typeface="Courier New" pitchFamily="34" charset="-122"/>
                <a:cs typeface="Courier New" pitchFamily="34" charset="-120"/>
              </a:rPr>
              <a:t> = </a:t>
            </a:r>
            <a:r>
              <a:rPr lang="en-US" sz="1400" dirty="0">
                <a:solidFill>
                  <a:srgbClr val="C3E88D"/>
                </a:solidFill>
                <a:latin typeface="Courier New" pitchFamily="34" charset="0"/>
                <a:ea typeface="Courier New" pitchFamily="34" charset="-122"/>
                <a:cs typeface="Courier New" pitchFamily="34" charset="-120"/>
              </a:rPr>
              <a:t>"I have 2 books and 15 pens."</a:t>
            </a:r>
            <a:endParaRPr lang="en-US" sz="1400" dirty="0"/>
          </a:p>
          <a:p>
            <a:pPr marL="0" indent="0">
              <a:buNone/>
            </a:pPr>
            <a:r>
              <a:rPr lang="en-US" sz="1400" dirty="0">
                <a:solidFill>
                  <a:srgbClr val="EEFFFF"/>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EEFFFF"/>
                </a:solidFill>
                <a:latin typeface="Courier New" pitchFamily="34" charset="0"/>
                <a:ea typeface="Courier New" pitchFamily="34" charset="-122"/>
                <a:cs typeface="Courier New" pitchFamily="34" charset="-120"/>
              </a:rPr>
              <a:t>result</a:t>
            </a:r>
            <a:r>
              <a:rPr lang="en-US" sz="1400" dirty="0">
                <a:solidFill>
                  <a:srgbClr val="89DDFF"/>
                </a:solidFill>
                <a:latin typeface="Courier New" pitchFamily="34" charset="0"/>
                <a:ea typeface="Courier New" pitchFamily="34" charset="-122"/>
                <a:cs typeface="Courier New" pitchFamily="34" charset="-120"/>
              </a:rPr>
              <a:t> = </a:t>
            </a:r>
            <a:r>
              <a:rPr lang="en-US" sz="1400" dirty="0">
                <a:solidFill>
                  <a:srgbClr val="EEFFFF"/>
                </a:solidFill>
                <a:latin typeface="Courier New" pitchFamily="34" charset="0"/>
                <a:ea typeface="Courier New" pitchFamily="34" charset="-122"/>
                <a:cs typeface="Courier New" pitchFamily="34" charset="-120"/>
              </a:rPr>
              <a:t>re.</a:t>
            </a:r>
            <a:r>
              <a:rPr lang="en-US" sz="1400" dirty="0">
                <a:solidFill>
                  <a:srgbClr val="82AAFF"/>
                </a:solidFill>
                <a:latin typeface="Courier New" pitchFamily="34" charset="0"/>
                <a:ea typeface="Courier New" pitchFamily="34" charset="-122"/>
                <a:cs typeface="Courier New" pitchFamily="34" charset="-120"/>
              </a:rPr>
              <a:t>findall</a:t>
            </a:r>
            <a:r>
              <a:rPr lang="en-US" sz="1400" dirty="0">
                <a:solidFill>
                  <a:srgbClr val="89DDFF"/>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r'\d+'</a:t>
            </a:r>
            <a:r>
              <a:rPr lang="en-US" sz="1400" dirty="0">
                <a:solidFill>
                  <a:srgbClr val="89DDFF"/>
                </a:solidFill>
                <a:latin typeface="Courier New" pitchFamily="34" charset="0"/>
                <a:ea typeface="Courier New" pitchFamily="34" charset="-122"/>
                <a:cs typeface="Courier New" pitchFamily="34" charset="-120"/>
              </a:rPr>
              <a:t>, </a:t>
            </a:r>
            <a:r>
              <a:rPr lang="en-US" sz="1400" dirty="0">
                <a:solidFill>
                  <a:srgbClr val="EEFFFF"/>
                </a:solidFill>
                <a:latin typeface="Courier New" pitchFamily="34" charset="0"/>
                <a:ea typeface="Courier New" pitchFamily="34" charset="-122"/>
                <a:cs typeface="Courier New" pitchFamily="34" charset="-120"/>
              </a:rPr>
              <a:t>text</a:t>
            </a:r>
            <a:r>
              <a:rPr lang="en-US" sz="1400" dirty="0">
                <a:solidFill>
                  <a:srgbClr val="89DDFF"/>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EEFFFF"/>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82AAFF"/>
                </a:solidFill>
                <a:latin typeface="Courier New" pitchFamily="34" charset="0"/>
                <a:ea typeface="Courier New" pitchFamily="34" charset="-122"/>
                <a:cs typeface="Courier New" pitchFamily="34" charset="-120"/>
              </a:rPr>
              <a:t>print</a:t>
            </a:r>
            <a:r>
              <a:rPr lang="en-US" sz="1400" dirty="0">
                <a:solidFill>
                  <a:srgbClr val="89DDFF"/>
                </a:solidFill>
                <a:latin typeface="Courier New" pitchFamily="34" charset="0"/>
                <a:ea typeface="Courier New" pitchFamily="34" charset="-122"/>
                <a:cs typeface="Courier New" pitchFamily="34" charset="-120"/>
              </a:rPr>
              <a:t>(</a:t>
            </a:r>
            <a:r>
              <a:rPr lang="en-US" sz="1400" dirty="0">
                <a:solidFill>
                  <a:srgbClr val="EEFFFF"/>
                </a:solidFill>
                <a:latin typeface="Courier New" pitchFamily="34" charset="0"/>
                <a:ea typeface="Courier New" pitchFamily="34" charset="-122"/>
                <a:cs typeface="Courier New" pitchFamily="34" charset="-120"/>
              </a:rPr>
              <a:t>result</a:t>
            </a:r>
            <a:r>
              <a:rPr lang="en-US" sz="1400" dirty="0">
                <a:solidFill>
                  <a:srgbClr val="89DDFF"/>
                </a:solidFill>
                <a:latin typeface="Courier New" pitchFamily="34" charset="0"/>
                <a:ea typeface="Courier New" pitchFamily="34" charset="-122"/>
                <a:cs typeface="Courier New" pitchFamily="34" charset="-120"/>
              </a:rPr>
              <a:t>)</a:t>
            </a:r>
            <a:endParaRPr lang="en-US" sz="1400" dirty="0"/>
          </a:p>
        </p:txBody>
      </p:sp>
      <p:sp>
        <p:nvSpPr>
          <p:cNvPr id="5" name="Output panel"/>
          <p:cNvSpPr/>
          <p:nvPr/>
        </p:nvSpPr>
        <p:spPr>
          <a:xfrm>
            <a:off x="457200" y="3291840"/>
            <a:ext cx="4754880" cy="502920"/>
          </a:xfrm>
          <a:prstGeom prst="roundRect">
            <a:avLst>
              <a:gd name="adj" fmla="val 18182"/>
            </a:avLst>
          </a:prstGeom>
          <a:solidFill>
            <a:srgbClr val="EAF4FD"/>
          </a:solidFill>
          <a:ln w="12700">
            <a:solidFill>
              <a:srgbClr val="EAF4FD"/>
            </a:solidFill>
            <a:prstDash val="solid"/>
          </a:ln>
        </p:spPr>
      </p:sp>
      <p:sp>
        <p:nvSpPr>
          <p:cNvPr id="6" name="Text 4"/>
          <p:cNvSpPr txBox="1"/>
          <p:nvPr/>
        </p:nvSpPr>
        <p:spPr>
          <a:xfrm>
            <a:off x="685800" y="3291840"/>
            <a:ext cx="4389120" cy="502920"/>
          </a:xfrm>
          <a:prstGeom prst="rect">
            <a:avLst/>
          </a:prstGeom>
          <a:noFill/>
          <a:ln/>
        </p:spPr>
        <p:txBody>
          <a:bodyPr wrap="square" lIns="0" tIns="0" rIns="0" bIns="0" rtlCol="0" anchor="ctr"/>
          <a:lstStyle/>
          <a:p>
            <a:pPr marL="0" indent="0">
              <a:buNone/>
            </a:pPr>
            <a:r>
              <a:rPr lang="en-US" sz="1400" b="1" dirty="0">
                <a:solidFill>
                  <a:schemeClr val="accent6"/>
                </a:solidFill>
              </a:rPr>
              <a:t>Output:  </a:t>
            </a:r>
            <a:r>
              <a:rPr lang="en-US" sz="1600" b="1" dirty="0">
                <a:solidFill>
                  <a:schemeClr val="tx1"/>
                </a:solidFill>
                <a:latin typeface="Courier New" pitchFamily="34" charset="0"/>
                <a:ea typeface="Courier New" pitchFamily="34" charset="-122"/>
                <a:cs typeface="Courier New" pitchFamily="34" charset="-120"/>
              </a:rPr>
              <a:t>['2', '15']</a:t>
            </a:r>
            <a:endParaRPr lang="en-US" sz="1400" dirty="0"/>
          </a:p>
        </p:txBody>
      </p:sp>
      <p:sp>
        <p:nvSpPr>
          <p:cNvPr id="7" name="Pattern explanation"/>
          <p:cNvSpPr/>
          <p:nvPr/>
        </p:nvSpPr>
        <p:spPr>
          <a:xfrm>
            <a:off x="457200" y="3931920"/>
            <a:ext cx="4754880" cy="457200"/>
          </a:xfrm>
          <a:prstGeom prst="roundRect">
            <a:avLst>
              <a:gd name="adj" fmla="val 20000"/>
            </a:avLst>
          </a:prstGeom>
          <a:solidFill>
            <a:srgbClr val="12305A"/>
          </a:solidFill>
          <a:ln w="12700">
            <a:solidFill>
              <a:srgbClr val="12305A"/>
            </a:solidFill>
            <a:prstDash val="solid"/>
          </a:ln>
        </p:spPr>
      </p:sp>
      <p:sp>
        <p:nvSpPr>
          <p:cNvPr id="8" name="Text 6"/>
          <p:cNvSpPr txBox="1"/>
          <p:nvPr/>
        </p:nvSpPr>
        <p:spPr>
          <a:xfrm>
            <a:off x="457200" y="3931920"/>
            <a:ext cx="47548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\d+</a:t>
            </a:r>
            <a:r>
              <a:rPr lang="en-US" sz="1400" dirty="0">
                <a:solidFill>
                  <a:srgbClr val="FFFFFF"/>
                </a:solidFill>
              </a:rPr>
              <a:t> matches one or more consecutive digits</a:t>
            </a:r>
            <a:endParaRPr lang="en-US" sz="1400" dirty="0"/>
          </a:p>
        </p:txBody>
      </p:sp>
      <p:sp>
        <p:nvSpPr>
          <p:cNvPr id="9" name="Step 1 badge"/>
          <p:cNvSpPr/>
          <p:nvPr/>
        </p:nvSpPr>
        <p:spPr>
          <a:xfrm>
            <a:off x="5577840" y="1280160"/>
            <a:ext cx="457200" cy="457200"/>
          </a:xfrm>
          <a:prstGeom prst="ellipse">
            <a:avLst/>
          </a:prstGeom>
          <a:solidFill>
            <a:srgbClr val="2F80D0"/>
          </a:solidFill>
          <a:ln w="12700">
            <a:solidFill>
              <a:srgbClr val="2F80D0"/>
            </a:solidFill>
            <a:prstDash val="solid"/>
          </a:ln>
        </p:spPr>
      </p:sp>
      <p:sp>
        <p:nvSpPr>
          <p:cNvPr id="10" name="Text 8"/>
          <p:cNvSpPr txBox="1"/>
          <p:nvPr/>
        </p:nvSpPr>
        <p:spPr>
          <a:xfrm>
            <a:off x="5577840" y="12801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1" name="Text 9"/>
          <p:cNvSpPr txBox="1"/>
          <p:nvPr/>
        </p:nvSpPr>
        <p:spPr>
          <a:xfrm>
            <a:off x="6217920" y="1188720"/>
            <a:ext cx="2468880" cy="640080"/>
          </a:xfrm>
          <a:prstGeom prst="rect">
            <a:avLst/>
          </a:prstGeom>
          <a:noFill/>
          <a:ln/>
        </p:spPr>
        <p:txBody>
          <a:bodyPr wrap="square" lIns="0" tIns="0" rIns="0" bIns="0" rtlCol="0" anchor="ctr"/>
          <a:lstStyle/>
          <a:p>
            <a:pPr marL="0" indent="0">
              <a:buNone/>
            </a:pPr>
            <a:r>
              <a:rPr lang="en-US" sz="1400" dirty="0">
                <a:solidFill>
                  <a:schemeClr val="tx1"/>
                </a:solidFill>
              </a:rPr>
              <a:t>Import the </a:t>
            </a:r>
            <a:r>
              <a:rPr lang="en-US" sz="1400" b="1" dirty="0">
                <a:solidFill>
                  <a:schemeClr val="tx1"/>
                </a:solidFill>
                <a:latin typeface="Courier New" pitchFamily="34" charset="0"/>
                <a:ea typeface="Courier New" pitchFamily="34" charset="-122"/>
                <a:cs typeface="Courier New" pitchFamily="34" charset="-120"/>
              </a:rPr>
              <a:t>re</a:t>
            </a:r>
            <a:r>
              <a:rPr lang="en-US" sz="1400" dirty="0">
                <a:solidFill>
                  <a:schemeClr val="tx1"/>
                </a:solidFill>
              </a:rPr>
              <a:t> module</a:t>
            </a:r>
            <a:endParaRPr lang="en-US" sz="1400" dirty="0"/>
          </a:p>
        </p:txBody>
      </p:sp>
      <p:sp>
        <p:nvSpPr>
          <p:cNvPr id="12" name="Step 2 badge"/>
          <p:cNvSpPr/>
          <p:nvPr/>
        </p:nvSpPr>
        <p:spPr>
          <a:xfrm>
            <a:off x="5577840" y="2103120"/>
            <a:ext cx="457200" cy="457200"/>
          </a:xfrm>
          <a:prstGeom prst="ellipse">
            <a:avLst/>
          </a:prstGeom>
          <a:solidFill>
            <a:srgbClr val="2F80D0"/>
          </a:solidFill>
          <a:ln w="12700">
            <a:solidFill>
              <a:srgbClr val="2F80D0"/>
            </a:solidFill>
            <a:prstDash val="solid"/>
          </a:ln>
        </p:spPr>
      </p:sp>
      <p:sp>
        <p:nvSpPr>
          <p:cNvPr id="13" name="Text 11"/>
          <p:cNvSpPr txBox="1"/>
          <p:nvPr/>
        </p:nvSpPr>
        <p:spPr>
          <a:xfrm>
            <a:off x="5577840" y="21031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4" name="Text 12"/>
          <p:cNvSpPr txBox="1"/>
          <p:nvPr/>
        </p:nvSpPr>
        <p:spPr>
          <a:xfrm>
            <a:off x="6217920" y="2011680"/>
            <a:ext cx="2468880" cy="640080"/>
          </a:xfrm>
          <a:prstGeom prst="rect">
            <a:avLst/>
          </a:prstGeom>
          <a:noFill/>
          <a:ln/>
        </p:spPr>
        <p:txBody>
          <a:bodyPr wrap="square" lIns="0" tIns="0" rIns="0" bIns="0" rtlCol="0" anchor="ctr"/>
          <a:lstStyle/>
          <a:p>
            <a:pPr marL="0" indent="0">
              <a:buNone/>
            </a:pPr>
            <a:r>
              <a:rPr lang="en-US" sz="1400" dirty="0">
                <a:solidFill>
                  <a:schemeClr val="tx1"/>
                </a:solidFill>
              </a:rPr>
              <a:t>Store the input sentence</a:t>
            </a:r>
            <a:endParaRPr lang="en-US" sz="1400" dirty="0"/>
          </a:p>
        </p:txBody>
      </p:sp>
      <p:sp>
        <p:nvSpPr>
          <p:cNvPr id="15" name="Step 3 badge"/>
          <p:cNvSpPr/>
          <p:nvPr/>
        </p:nvSpPr>
        <p:spPr>
          <a:xfrm>
            <a:off x="5577840" y="2926080"/>
            <a:ext cx="457200" cy="457200"/>
          </a:xfrm>
          <a:prstGeom prst="ellipse">
            <a:avLst/>
          </a:prstGeom>
          <a:solidFill>
            <a:srgbClr val="2F80D0"/>
          </a:solidFill>
          <a:ln w="12700">
            <a:solidFill>
              <a:srgbClr val="2F80D0"/>
            </a:solidFill>
            <a:prstDash val="solid"/>
          </a:ln>
        </p:spPr>
      </p:sp>
      <p:sp>
        <p:nvSpPr>
          <p:cNvPr id="16" name="Text 14"/>
          <p:cNvSpPr txBox="1"/>
          <p:nvPr/>
        </p:nvSpPr>
        <p:spPr>
          <a:xfrm>
            <a:off x="5577840" y="2926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7" name="Text 15"/>
          <p:cNvSpPr txBox="1"/>
          <p:nvPr/>
        </p:nvSpPr>
        <p:spPr>
          <a:xfrm>
            <a:off x="6217920" y="2834640"/>
            <a:ext cx="2468880" cy="640080"/>
          </a:xfrm>
          <a:prstGeom prst="rect">
            <a:avLst/>
          </a:prstGeom>
          <a:noFill/>
          <a:ln/>
        </p:spPr>
        <p:txBody>
          <a:bodyPr wrap="square" lIns="0" tIns="0" rIns="0" bIns="0" rtlCol="0" anchor="ctr"/>
          <a:lstStyle/>
          <a:p>
            <a:pPr marL="0" indent="0">
              <a:buNone/>
            </a:pPr>
            <a:r>
              <a:rPr lang="en-US" sz="1400" dirty="0">
                <a:solidFill>
                  <a:schemeClr val="tx1"/>
                </a:solidFill>
              </a:rPr>
              <a:t>Use </a:t>
            </a:r>
            <a:r>
              <a:rPr lang="en-US" sz="1400" b="1" dirty="0">
                <a:solidFill>
                  <a:schemeClr val="tx1"/>
                </a:solidFill>
                <a:latin typeface="Courier New" pitchFamily="34" charset="0"/>
                <a:ea typeface="Courier New" pitchFamily="34" charset="-122"/>
                <a:cs typeface="Courier New" pitchFamily="34" charset="-120"/>
              </a:rPr>
              <a:t>re.findall()</a:t>
            </a:r>
            <a:r>
              <a:rPr lang="en-US" sz="1400" dirty="0">
                <a:solidFill>
                  <a:schemeClr val="tx1"/>
                </a:solidFill>
              </a:rPr>
              <a:t> to find all digit sequences</a:t>
            </a:r>
            <a:endParaRPr lang="en-US" sz="1400" dirty="0"/>
          </a:p>
        </p:txBody>
      </p:sp>
      <p:sp>
        <p:nvSpPr>
          <p:cNvPr id="18" name="Step 4 badge"/>
          <p:cNvSpPr/>
          <p:nvPr/>
        </p:nvSpPr>
        <p:spPr>
          <a:xfrm>
            <a:off x="5577840" y="3749040"/>
            <a:ext cx="457200" cy="457200"/>
          </a:xfrm>
          <a:prstGeom prst="ellipse">
            <a:avLst/>
          </a:prstGeom>
          <a:solidFill>
            <a:srgbClr val="2F80D0"/>
          </a:solidFill>
          <a:ln w="12700">
            <a:solidFill>
              <a:srgbClr val="2F80D0"/>
            </a:solidFill>
            <a:prstDash val="solid"/>
          </a:ln>
        </p:spPr>
      </p:sp>
      <p:sp>
        <p:nvSpPr>
          <p:cNvPr id="19" name="Text 17"/>
          <p:cNvSpPr txBox="1"/>
          <p:nvPr/>
        </p:nvSpPr>
        <p:spPr>
          <a:xfrm>
            <a:off x="5577840" y="3749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0" name="Text 18"/>
          <p:cNvSpPr txBox="1"/>
          <p:nvPr/>
        </p:nvSpPr>
        <p:spPr>
          <a:xfrm>
            <a:off x="6217920" y="3657600"/>
            <a:ext cx="2468880" cy="640080"/>
          </a:xfrm>
          <a:prstGeom prst="rect">
            <a:avLst/>
          </a:prstGeom>
          <a:noFill/>
          <a:ln/>
        </p:spPr>
        <p:txBody>
          <a:bodyPr wrap="square" lIns="0" tIns="0" rIns="0" bIns="0" rtlCol="0" anchor="ctr"/>
          <a:lstStyle/>
          <a:p>
            <a:pPr marL="0" indent="0">
              <a:buNone/>
            </a:pPr>
            <a:r>
              <a:rPr lang="en-US" sz="1400" dirty="0">
                <a:solidFill>
                  <a:schemeClr val="tx1"/>
                </a:solidFill>
              </a:rPr>
              <a:t>Display the extracted numbers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400" b="1" dirty="0">
                <a:solidFill>
                  <a:schemeClr val="tx1"/>
                </a:solidFill>
              </a:rPr>
              <a:t>Advantages and Limitations</a:t>
            </a: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391"/>
                </a:solidFill>
              </a:defRPr>
            </a:lvl1pPr>
          </a:lstStyle>
          <a:p>
            <a:pPr algn="r"/>
            <a:fld id="{F7021451-1387-4CA6-816F-3879F97B5CBC}" type="slidenum">
              <a:rPr lang="en-US" b="0"/>
              <a:t>6</a:t>
            </a:fld>
            <a:endParaRPr lang="en-US"/>
          </a:p>
        </p:txBody>
      </p:sp>
      <p:sp>
        <p:nvSpPr>
          <p:cNvPr id="3" name="Advantages card"/>
          <p:cNvSpPr/>
          <p:nvPr/>
        </p:nvSpPr>
        <p:spPr>
          <a:xfrm>
            <a:off x="457200" y="1188720"/>
            <a:ext cx="4023360" cy="3337560"/>
          </a:xfrm>
          <a:prstGeom prst="roundRect">
            <a:avLst>
              <a:gd name="adj" fmla="val 3288"/>
            </a:avLst>
          </a:prstGeom>
          <a:solidFill>
            <a:srgbClr val="EAF4FD"/>
          </a:solidFill>
          <a:ln w="12700">
            <a:solidFill>
              <a:srgbClr val="EAF4FD"/>
            </a:solidFill>
            <a:prstDash val="solid"/>
          </a:ln>
        </p:spPr>
      </p:sp>
      <p:sp>
        <p:nvSpPr>
          <p:cNvPr id="4" name="Advantages circle"/>
          <p:cNvSpPr/>
          <p:nvPr/>
        </p:nvSpPr>
        <p:spPr>
          <a:xfrm>
            <a:off x="731520" y="1371600"/>
            <a:ext cx="502920" cy="502920"/>
          </a:xfrm>
          <a:prstGeom prst="ellipse">
            <a:avLst/>
          </a:prstGeom>
          <a:solidFill>
            <a:srgbClr val="2F80D0"/>
          </a:solidFill>
          <a:ln w="12700">
            <a:solidFill>
              <a:srgbClr val="2F80D0"/>
            </a:solidFill>
            <a:prstDash val="solid"/>
          </a:ln>
        </p:spPr>
      </p:sp>
      <p:pic>
        <p:nvPicPr>
          <p:cNvPr id="5" name="Image 0" descr="Advantages"/>
          <p:cNvPicPr>
            <a:picLocks noChangeAspect="1"/>
          </p:cNvPicPr>
          <p:nvPr/>
        </p:nvPicPr>
        <p:blipFill>
          <a:blip r:embed="rId3"/>
          <a:stretch>
            <a:fillRect/>
          </a:stretch>
        </p:blipFill>
        <p:spPr>
          <a:xfrm>
            <a:off x="857250" y="1497330"/>
            <a:ext cx="251460" cy="251460"/>
          </a:xfrm>
          <a:prstGeom prst="rect">
            <a:avLst/>
          </a:prstGeom>
        </p:spPr>
      </p:pic>
      <p:sp>
        <p:nvSpPr>
          <p:cNvPr id="6" name="Text 3"/>
          <p:cNvSpPr txBox="1"/>
          <p:nvPr/>
        </p:nvSpPr>
        <p:spPr>
          <a:xfrm>
            <a:off x="1417320" y="1371600"/>
            <a:ext cx="2743200" cy="502920"/>
          </a:xfrm>
          <a:prstGeom prst="rect">
            <a:avLst/>
          </a:prstGeom>
          <a:noFill/>
          <a:ln/>
        </p:spPr>
        <p:txBody>
          <a:bodyPr wrap="square" lIns="0" tIns="0" rIns="0" bIns="0" rtlCol="0" anchor="ctr"/>
          <a:lstStyle/>
          <a:p>
            <a:pPr marL="0" indent="0" algn="l">
              <a:buNone/>
            </a:pPr>
            <a:r>
              <a:rPr lang="en-US" sz="2200" b="1" dirty="0">
                <a:solidFill>
                  <a:schemeClr val="bg1"/>
                </a:solidFill>
              </a:rPr>
              <a:t>Advantages</a:t>
            </a:r>
            <a:endParaRPr lang="en-US" sz="2200" dirty="0">
              <a:solidFill>
                <a:schemeClr val="bg1"/>
              </a:solidFill>
            </a:endParaRPr>
          </a:p>
        </p:txBody>
      </p:sp>
      <p:pic>
        <p:nvPicPr>
          <p:cNvPr id="7" name="Image 1" descr="Fast text searching"/>
          <p:cNvPicPr>
            <a:picLocks noChangeAspect="1"/>
          </p:cNvPicPr>
          <p:nvPr/>
        </p:nvPicPr>
        <p:blipFill>
          <a:blip r:embed="rId4"/>
          <a:stretch>
            <a:fillRect/>
          </a:stretch>
        </p:blipFill>
        <p:spPr>
          <a:xfrm>
            <a:off x="777240" y="2212848"/>
            <a:ext cx="310896" cy="310896"/>
          </a:xfrm>
          <a:prstGeom prst="rect">
            <a:avLst/>
          </a:prstGeom>
        </p:spPr>
      </p:pic>
      <p:sp>
        <p:nvSpPr>
          <p:cNvPr id="8" name="Text 4"/>
          <p:cNvSpPr txBox="1"/>
          <p:nvPr/>
        </p:nvSpPr>
        <p:spPr>
          <a:xfrm>
            <a:off x="1280160" y="2103120"/>
            <a:ext cx="3017520" cy="530352"/>
          </a:xfrm>
          <a:prstGeom prst="rect">
            <a:avLst/>
          </a:prstGeom>
          <a:noFill/>
          <a:ln/>
        </p:spPr>
        <p:txBody>
          <a:bodyPr wrap="square" lIns="0" tIns="0" rIns="0" bIns="0" rtlCol="0" anchor="ctr"/>
          <a:lstStyle/>
          <a:p>
            <a:pPr marL="0" indent="0">
              <a:buNone/>
            </a:pPr>
            <a:r>
              <a:rPr lang="en-US" sz="1500" dirty="0">
                <a:solidFill>
                  <a:schemeClr val="bg1"/>
                </a:solidFill>
              </a:rPr>
              <a:t>Fast text searching</a:t>
            </a:r>
          </a:p>
        </p:txBody>
      </p:sp>
      <p:pic>
        <p:nvPicPr>
          <p:cNvPr id="9" name="Image 2" descr="Easy information extraction"/>
          <p:cNvPicPr>
            <a:picLocks noChangeAspect="1"/>
          </p:cNvPicPr>
          <p:nvPr/>
        </p:nvPicPr>
        <p:blipFill>
          <a:blip r:embed="rId5"/>
          <a:stretch>
            <a:fillRect/>
          </a:stretch>
        </p:blipFill>
        <p:spPr>
          <a:xfrm>
            <a:off x="777240" y="2798064"/>
            <a:ext cx="310896" cy="310896"/>
          </a:xfrm>
          <a:prstGeom prst="rect">
            <a:avLst/>
          </a:prstGeom>
        </p:spPr>
      </p:pic>
      <p:sp>
        <p:nvSpPr>
          <p:cNvPr id="10" name="Text 5"/>
          <p:cNvSpPr txBox="1"/>
          <p:nvPr/>
        </p:nvSpPr>
        <p:spPr>
          <a:xfrm>
            <a:off x="1280160" y="2688336"/>
            <a:ext cx="3017520" cy="530352"/>
          </a:xfrm>
          <a:prstGeom prst="rect">
            <a:avLst/>
          </a:prstGeom>
          <a:noFill/>
          <a:ln/>
        </p:spPr>
        <p:txBody>
          <a:bodyPr wrap="square" lIns="0" tIns="0" rIns="0" bIns="0" rtlCol="0" anchor="ctr"/>
          <a:lstStyle/>
          <a:p>
            <a:pPr marL="0" indent="0">
              <a:buNone/>
            </a:pPr>
            <a:r>
              <a:rPr lang="en-US" sz="1500" dirty="0">
                <a:solidFill>
                  <a:schemeClr val="bg1"/>
                </a:solidFill>
              </a:rPr>
              <a:t>Easy information extraction</a:t>
            </a:r>
          </a:p>
        </p:txBody>
      </p:sp>
      <p:pic>
        <p:nvPicPr>
          <p:cNvPr id="11" name="Image 3" descr="Reduces manual work"/>
          <p:cNvPicPr>
            <a:picLocks noChangeAspect="1"/>
          </p:cNvPicPr>
          <p:nvPr/>
        </p:nvPicPr>
        <p:blipFill>
          <a:blip r:embed="rId6"/>
          <a:stretch>
            <a:fillRect/>
          </a:stretch>
        </p:blipFill>
        <p:spPr>
          <a:xfrm>
            <a:off x="777240" y="3383280"/>
            <a:ext cx="310896" cy="310896"/>
          </a:xfrm>
          <a:prstGeom prst="rect">
            <a:avLst/>
          </a:prstGeom>
        </p:spPr>
      </p:pic>
      <p:sp>
        <p:nvSpPr>
          <p:cNvPr id="12" name="Text 6"/>
          <p:cNvSpPr txBox="1"/>
          <p:nvPr/>
        </p:nvSpPr>
        <p:spPr>
          <a:xfrm>
            <a:off x="1280160" y="3273552"/>
            <a:ext cx="3017520" cy="530352"/>
          </a:xfrm>
          <a:prstGeom prst="rect">
            <a:avLst/>
          </a:prstGeom>
          <a:noFill/>
          <a:ln/>
        </p:spPr>
        <p:txBody>
          <a:bodyPr wrap="square" lIns="0" tIns="0" rIns="0" bIns="0" rtlCol="0" anchor="ctr"/>
          <a:lstStyle/>
          <a:p>
            <a:pPr marL="0" indent="0">
              <a:buNone/>
            </a:pPr>
            <a:r>
              <a:rPr lang="en-US" sz="1500" dirty="0">
                <a:solidFill>
                  <a:schemeClr val="bg1"/>
                </a:solidFill>
              </a:rPr>
              <a:t>Reduces manual work</a:t>
            </a:r>
          </a:p>
        </p:txBody>
      </p:sp>
      <p:pic>
        <p:nvPicPr>
          <p:cNvPr id="13" name="Image 4" descr="Useful for text validation"/>
          <p:cNvPicPr>
            <a:picLocks noChangeAspect="1"/>
          </p:cNvPicPr>
          <p:nvPr/>
        </p:nvPicPr>
        <p:blipFill>
          <a:blip r:embed="rId7"/>
          <a:stretch>
            <a:fillRect/>
          </a:stretch>
        </p:blipFill>
        <p:spPr>
          <a:xfrm>
            <a:off x="777240" y="3968496"/>
            <a:ext cx="310896" cy="310896"/>
          </a:xfrm>
          <a:prstGeom prst="rect">
            <a:avLst/>
          </a:prstGeom>
        </p:spPr>
      </p:pic>
      <p:sp>
        <p:nvSpPr>
          <p:cNvPr id="14" name="Text 7"/>
          <p:cNvSpPr txBox="1"/>
          <p:nvPr/>
        </p:nvSpPr>
        <p:spPr>
          <a:xfrm>
            <a:off x="1280160" y="3858768"/>
            <a:ext cx="3017520" cy="530352"/>
          </a:xfrm>
          <a:prstGeom prst="rect">
            <a:avLst/>
          </a:prstGeom>
          <a:noFill/>
          <a:ln/>
        </p:spPr>
        <p:txBody>
          <a:bodyPr wrap="square" lIns="0" tIns="0" rIns="0" bIns="0" rtlCol="0" anchor="ctr"/>
          <a:lstStyle/>
          <a:p>
            <a:pPr marL="0" indent="0">
              <a:buNone/>
            </a:pPr>
            <a:r>
              <a:rPr lang="en-US" sz="1500" dirty="0">
                <a:solidFill>
                  <a:schemeClr val="bg1"/>
                </a:solidFill>
              </a:rPr>
              <a:t>Useful for text validation</a:t>
            </a:r>
          </a:p>
        </p:txBody>
      </p:sp>
      <p:sp>
        <p:nvSpPr>
          <p:cNvPr id="15" name="Limitations card"/>
          <p:cNvSpPr/>
          <p:nvPr/>
        </p:nvSpPr>
        <p:spPr>
          <a:xfrm>
            <a:off x="4663440" y="1188720"/>
            <a:ext cx="4023360" cy="3337560"/>
          </a:xfrm>
          <a:prstGeom prst="roundRect">
            <a:avLst>
              <a:gd name="adj" fmla="val 3288"/>
            </a:avLst>
          </a:prstGeom>
          <a:solidFill>
            <a:srgbClr val="F1F4F9"/>
          </a:solidFill>
          <a:ln w="12700">
            <a:solidFill>
              <a:srgbClr val="F1F4F9"/>
            </a:solidFill>
            <a:prstDash val="solid"/>
          </a:ln>
        </p:spPr>
      </p:sp>
      <p:sp>
        <p:nvSpPr>
          <p:cNvPr id="16" name="Limitations circle"/>
          <p:cNvSpPr/>
          <p:nvPr/>
        </p:nvSpPr>
        <p:spPr>
          <a:xfrm>
            <a:off x="4937760" y="1371600"/>
            <a:ext cx="502920" cy="502920"/>
          </a:xfrm>
          <a:prstGeom prst="ellipse">
            <a:avLst/>
          </a:prstGeom>
          <a:solidFill>
            <a:srgbClr val="5B7391"/>
          </a:solidFill>
          <a:ln w="12700">
            <a:solidFill>
              <a:srgbClr val="5B7391"/>
            </a:solidFill>
            <a:prstDash val="solid"/>
          </a:ln>
        </p:spPr>
      </p:sp>
      <p:pic>
        <p:nvPicPr>
          <p:cNvPr id="17" name="Image 5" descr="Limitations"/>
          <p:cNvPicPr>
            <a:picLocks noChangeAspect="1"/>
          </p:cNvPicPr>
          <p:nvPr/>
        </p:nvPicPr>
        <p:blipFill>
          <a:blip r:embed="rId8"/>
          <a:stretch>
            <a:fillRect/>
          </a:stretch>
        </p:blipFill>
        <p:spPr>
          <a:xfrm>
            <a:off x="5063490" y="1497330"/>
            <a:ext cx="251460" cy="251460"/>
          </a:xfrm>
          <a:prstGeom prst="rect">
            <a:avLst/>
          </a:prstGeom>
        </p:spPr>
      </p:pic>
      <p:sp>
        <p:nvSpPr>
          <p:cNvPr id="18" name="Text 10"/>
          <p:cNvSpPr txBox="1"/>
          <p:nvPr/>
        </p:nvSpPr>
        <p:spPr>
          <a:xfrm>
            <a:off x="5623560" y="1371600"/>
            <a:ext cx="2743200" cy="502920"/>
          </a:xfrm>
          <a:prstGeom prst="rect">
            <a:avLst/>
          </a:prstGeom>
          <a:noFill/>
          <a:ln/>
        </p:spPr>
        <p:txBody>
          <a:bodyPr wrap="square" lIns="0" tIns="0" rIns="0" bIns="0" rtlCol="0" anchor="ctr"/>
          <a:lstStyle/>
          <a:p>
            <a:pPr marL="0" indent="0" algn="l">
              <a:buNone/>
            </a:pPr>
            <a:r>
              <a:rPr lang="en-US" sz="2200" b="1" dirty="0">
                <a:solidFill>
                  <a:schemeClr val="bg1"/>
                </a:solidFill>
              </a:rPr>
              <a:t>Limitations</a:t>
            </a:r>
            <a:endParaRPr lang="en-US" sz="2200" dirty="0">
              <a:solidFill>
                <a:schemeClr val="bg1"/>
              </a:solidFill>
            </a:endParaRPr>
          </a:p>
        </p:txBody>
      </p:sp>
      <p:pic>
        <p:nvPicPr>
          <p:cNvPr id="19" name="Image 6" descr="Complex patterns can be difficult to write"/>
          <p:cNvPicPr>
            <a:picLocks noChangeAspect="1"/>
          </p:cNvPicPr>
          <p:nvPr/>
        </p:nvPicPr>
        <p:blipFill>
          <a:blip r:embed="rId9"/>
          <a:stretch>
            <a:fillRect/>
          </a:stretch>
        </p:blipFill>
        <p:spPr>
          <a:xfrm>
            <a:off x="4983480" y="2304288"/>
            <a:ext cx="310896" cy="310896"/>
          </a:xfrm>
          <a:prstGeom prst="rect">
            <a:avLst/>
          </a:prstGeom>
        </p:spPr>
      </p:pic>
      <p:sp>
        <p:nvSpPr>
          <p:cNvPr id="20" name="Text 11"/>
          <p:cNvSpPr txBox="1"/>
          <p:nvPr/>
        </p:nvSpPr>
        <p:spPr>
          <a:xfrm>
            <a:off x="5486400" y="2103120"/>
            <a:ext cx="3017520" cy="713232"/>
          </a:xfrm>
          <a:prstGeom prst="rect">
            <a:avLst/>
          </a:prstGeom>
          <a:noFill/>
          <a:ln/>
        </p:spPr>
        <p:txBody>
          <a:bodyPr wrap="square" lIns="0" tIns="0" rIns="0" bIns="0" rtlCol="0" anchor="ctr"/>
          <a:lstStyle/>
          <a:p>
            <a:pPr marL="0" indent="0">
              <a:buNone/>
            </a:pPr>
            <a:r>
              <a:rPr lang="en-US" sz="1500" dirty="0">
                <a:solidFill>
                  <a:schemeClr val="bg1"/>
                </a:solidFill>
              </a:rPr>
              <a:t>Complex patterns can be difficult to write</a:t>
            </a:r>
          </a:p>
        </p:txBody>
      </p:sp>
      <p:pic>
        <p:nvPicPr>
          <p:cNvPr id="21" name="Image 7" descr="Unusual text formats may not match the pattern"/>
          <p:cNvPicPr>
            <a:picLocks noChangeAspect="1"/>
          </p:cNvPicPr>
          <p:nvPr/>
        </p:nvPicPr>
        <p:blipFill>
          <a:blip r:embed="rId10"/>
          <a:stretch>
            <a:fillRect/>
          </a:stretch>
        </p:blipFill>
        <p:spPr>
          <a:xfrm>
            <a:off x="4983480" y="3108960"/>
            <a:ext cx="310896" cy="310896"/>
          </a:xfrm>
          <a:prstGeom prst="rect">
            <a:avLst/>
          </a:prstGeom>
        </p:spPr>
      </p:pic>
      <p:sp>
        <p:nvSpPr>
          <p:cNvPr id="22" name="Text 12"/>
          <p:cNvSpPr txBox="1"/>
          <p:nvPr/>
        </p:nvSpPr>
        <p:spPr>
          <a:xfrm>
            <a:off x="5486400" y="2907792"/>
            <a:ext cx="3017520" cy="713232"/>
          </a:xfrm>
          <a:prstGeom prst="rect">
            <a:avLst/>
          </a:prstGeom>
          <a:noFill/>
          <a:ln/>
        </p:spPr>
        <p:txBody>
          <a:bodyPr wrap="square" lIns="0" tIns="0" rIns="0" bIns="0" rtlCol="0" anchor="ctr"/>
          <a:lstStyle/>
          <a:p>
            <a:pPr marL="0" indent="0">
              <a:buNone/>
            </a:pPr>
            <a:r>
              <a:rPr lang="en-US" sz="1500" dirty="0">
                <a:solidFill>
                  <a:schemeClr val="bg1"/>
                </a:solidFill>
              </a:rPr>
              <a:t>Unusual text formats may not match the pattern</a:t>
            </a:r>
          </a:p>
        </p:txBody>
      </p:sp>
      <p:pic>
        <p:nvPicPr>
          <p:cNvPr id="23" name="Image 8" descr="Regex alone cannot fully understand the meaning or context of language"/>
          <p:cNvPicPr>
            <a:picLocks noChangeAspect="1"/>
          </p:cNvPicPr>
          <p:nvPr/>
        </p:nvPicPr>
        <p:blipFill>
          <a:blip r:embed="rId11"/>
          <a:stretch>
            <a:fillRect/>
          </a:stretch>
        </p:blipFill>
        <p:spPr>
          <a:xfrm>
            <a:off x="4983480" y="3913632"/>
            <a:ext cx="310896" cy="310896"/>
          </a:xfrm>
          <a:prstGeom prst="rect">
            <a:avLst/>
          </a:prstGeom>
        </p:spPr>
      </p:pic>
      <p:sp>
        <p:nvSpPr>
          <p:cNvPr id="24" name="Text 13"/>
          <p:cNvSpPr txBox="1"/>
          <p:nvPr/>
        </p:nvSpPr>
        <p:spPr>
          <a:xfrm>
            <a:off x="5486400" y="3712464"/>
            <a:ext cx="3017520" cy="713232"/>
          </a:xfrm>
          <a:prstGeom prst="rect">
            <a:avLst/>
          </a:prstGeom>
          <a:noFill/>
          <a:ln/>
        </p:spPr>
        <p:txBody>
          <a:bodyPr wrap="square" lIns="0" tIns="0" rIns="0" bIns="0" rtlCol="0" anchor="ctr"/>
          <a:lstStyle/>
          <a:p>
            <a:pPr marL="0" indent="0">
              <a:buNone/>
            </a:pPr>
            <a:r>
              <a:rPr lang="en-US" sz="1500" dirty="0">
                <a:solidFill>
                  <a:schemeClr val="bg1"/>
                </a:solidFill>
              </a:rPr>
              <a:t>Regex alone cannot fully understand the meaning or context of language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p:nvPr>
        </p:nvSpPr>
        <p:spPr>
          <a:prstGeom prst="rect">
            <a:avLst/>
          </a:prstGeom>
          <a:noFill/>
          <a:ln/>
        </p:spPr>
        <p:txBody>
          <a:bodyPr wrap="square" lIns="0" tIns="0" rIns="0" bIns="0" rtlCol="0" anchor="ctr"/>
          <a:lstStyle/>
          <a:p>
            <a:pPr marL="0" indent="0" algn="l">
              <a:buNone/>
            </a:pPr>
            <a:r>
              <a:rPr lang="en-US" sz="3400" b="1" dirty="0">
                <a:solidFill>
                  <a:schemeClr val="tx1"/>
                </a:solidFill>
              </a:rPr>
              <a:t>Conclusion</a:t>
            </a:r>
            <a:endParaRPr lang="en-US" sz="3400" dirty="0">
              <a:solidFill>
                <a:schemeClr val="tx1"/>
              </a:solidFill>
            </a:endParaRPr>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FB9EA"/>
                </a:solidFill>
              </a:defRPr>
            </a:lvl1pPr>
          </a:lstStyle>
          <a:p>
            <a:pPr algn="r"/>
            <a:fld id="{F7021451-1387-4CA6-816F-3879F97B5CBC}" type="slidenum">
              <a:rPr lang="en-US" b="0"/>
              <a:t>7</a:t>
            </a:fld>
            <a:endParaRPr lang="en-US" dirty="0"/>
          </a:p>
        </p:txBody>
      </p:sp>
      <p:pic>
        <p:nvPicPr>
          <p:cNvPr id="3" name="Image 0" descr="Check"/>
          <p:cNvPicPr>
            <a:picLocks noChangeAspect="1"/>
          </p:cNvPicPr>
          <p:nvPr/>
        </p:nvPicPr>
        <p:blipFill>
          <a:blip r:embed="rId3"/>
          <a:stretch>
            <a:fillRect/>
          </a:stretch>
        </p:blipFill>
        <p:spPr>
          <a:xfrm>
            <a:off x="457200" y="1417320"/>
            <a:ext cx="365760" cy="365760"/>
          </a:xfrm>
          <a:prstGeom prst="rect">
            <a:avLst/>
          </a:prstGeom>
        </p:spPr>
      </p:pic>
      <p:sp>
        <p:nvSpPr>
          <p:cNvPr id="4" name="Text 1"/>
          <p:cNvSpPr txBox="1"/>
          <p:nvPr/>
        </p:nvSpPr>
        <p:spPr>
          <a:xfrm>
            <a:off x="1005840" y="1280160"/>
            <a:ext cx="4389120" cy="640080"/>
          </a:xfrm>
          <a:prstGeom prst="rect">
            <a:avLst/>
          </a:prstGeom>
          <a:noFill/>
          <a:ln/>
        </p:spPr>
        <p:txBody>
          <a:bodyPr wrap="square" lIns="0" tIns="0" rIns="0" bIns="0" rtlCol="0" anchor="ctr"/>
          <a:lstStyle/>
          <a:p>
            <a:pPr marL="0" indent="0">
              <a:buNone/>
            </a:pPr>
            <a:r>
              <a:rPr lang="en-US" sz="1800" dirty="0">
                <a:solidFill>
                  <a:srgbClr val="FFFFFF"/>
                </a:solidFill>
              </a:rPr>
              <a:t>Regular expressions identify patterns in text.</a:t>
            </a:r>
            <a:endParaRPr lang="en-US" sz="1800" dirty="0"/>
          </a:p>
        </p:txBody>
      </p:sp>
      <p:pic>
        <p:nvPicPr>
          <p:cNvPr id="5" name="Image 1" descr="Check"/>
          <p:cNvPicPr>
            <a:picLocks noChangeAspect="1"/>
          </p:cNvPicPr>
          <p:nvPr/>
        </p:nvPicPr>
        <p:blipFill>
          <a:blip r:embed="rId3"/>
          <a:stretch>
            <a:fillRect/>
          </a:stretch>
        </p:blipFill>
        <p:spPr>
          <a:xfrm>
            <a:off x="457200" y="2240280"/>
            <a:ext cx="365760" cy="365760"/>
          </a:xfrm>
          <a:prstGeom prst="rect">
            <a:avLst/>
          </a:prstGeom>
        </p:spPr>
      </p:pic>
      <p:sp>
        <p:nvSpPr>
          <p:cNvPr id="6" name="Text 2"/>
          <p:cNvSpPr txBox="1"/>
          <p:nvPr/>
        </p:nvSpPr>
        <p:spPr>
          <a:xfrm>
            <a:off x="1005840" y="2103120"/>
            <a:ext cx="4389120" cy="640080"/>
          </a:xfrm>
          <a:prstGeom prst="rect">
            <a:avLst/>
          </a:prstGeom>
          <a:noFill/>
          <a:ln/>
        </p:spPr>
        <p:txBody>
          <a:bodyPr wrap="square" lIns="0" tIns="0" rIns="0" bIns="0" rtlCol="0" anchor="ctr"/>
          <a:lstStyle/>
          <a:p>
            <a:pPr marL="0" indent="0">
              <a:buNone/>
            </a:pPr>
            <a:r>
              <a:rPr lang="en-US" sz="1800" dirty="0">
                <a:solidFill>
                  <a:srgbClr val="FFFFFF"/>
                </a:solidFill>
              </a:rPr>
              <a:t>They help extract useful information automatically.</a:t>
            </a:r>
            <a:endParaRPr lang="en-US" sz="1800" dirty="0"/>
          </a:p>
        </p:txBody>
      </p:sp>
      <p:pic>
        <p:nvPicPr>
          <p:cNvPr id="7" name="Image 2" descr="Check"/>
          <p:cNvPicPr>
            <a:picLocks noChangeAspect="1"/>
          </p:cNvPicPr>
          <p:nvPr/>
        </p:nvPicPr>
        <p:blipFill>
          <a:blip r:embed="rId3"/>
          <a:stretch>
            <a:fillRect/>
          </a:stretch>
        </p:blipFill>
        <p:spPr>
          <a:xfrm>
            <a:off x="457200" y="3063240"/>
            <a:ext cx="365760" cy="365760"/>
          </a:xfrm>
          <a:prstGeom prst="rect">
            <a:avLst/>
          </a:prstGeom>
        </p:spPr>
      </p:pic>
      <p:sp>
        <p:nvSpPr>
          <p:cNvPr id="8" name="Text 3"/>
          <p:cNvSpPr txBox="1"/>
          <p:nvPr/>
        </p:nvSpPr>
        <p:spPr>
          <a:xfrm>
            <a:off x="1005840" y="2926080"/>
            <a:ext cx="4389120" cy="640080"/>
          </a:xfrm>
          <a:prstGeom prst="rect">
            <a:avLst/>
          </a:prstGeom>
          <a:noFill/>
          <a:ln/>
        </p:spPr>
        <p:txBody>
          <a:bodyPr wrap="square" lIns="0" tIns="0" rIns="0" bIns="0" rtlCol="0" anchor="ctr"/>
          <a:lstStyle/>
          <a:p>
            <a:pPr marL="0" indent="0">
              <a:buNone/>
            </a:pPr>
            <a:r>
              <a:rPr lang="en-US" sz="1800" dirty="0">
                <a:solidFill>
                  <a:srgbClr val="FFFFFF"/>
                </a:solidFill>
              </a:rPr>
              <a:t>They are useful in Python and NLP applications.</a:t>
            </a:r>
            <a:endParaRPr lang="en-US" sz="1800" dirty="0"/>
          </a:p>
        </p:txBody>
      </p:sp>
      <p:pic>
        <p:nvPicPr>
          <p:cNvPr id="9" name="Image 3" descr="Check"/>
          <p:cNvPicPr>
            <a:picLocks noChangeAspect="1"/>
          </p:cNvPicPr>
          <p:nvPr/>
        </p:nvPicPr>
        <p:blipFill>
          <a:blip r:embed="rId3"/>
          <a:stretch>
            <a:fillRect/>
          </a:stretch>
        </p:blipFill>
        <p:spPr>
          <a:xfrm>
            <a:off x="457200" y="3886200"/>
            <a:ext cx="365760" cy="365760"/>
          </a:xfrm>
          <a:prstGeom prst="rect">
            <a:avLst/>
          </a:prstGeom>
        </p:spPr>
      </p:pic>
      <p:sp>
        <p:nvSpPr>
          <p:cNvPr id="10" name="Text 4"/>
          <p:cNvSpPr txBox="1"/>
          <p:nvPr/>
        </p:nvSpPr>
        <p:spPr>
          <a:xfrm>
            <a:off x="1005840" y="3749040"/>
            <a:ext cx="4389120" cy="640080"/>
          </a:xfrm>
          <a:prstGeom prst="rect">
            <a:avLst/>
          </a:prstGeom>
          <a:noFill/>
          <a:ln/>
        </p:spPr>
        <p:txBody>
          <a:bodyPr wrap="square" lIns="0" tIns="0" rIns="0" bIns="0" rtlCol="0" anchor="ctr"/>
          <a:lstStyle/>
          <a:p>
            <a:pPr marL="0" indent="0">
              <a:buNone/>
            </a:pPr>
            <a:r>
              <a:rPr lang="en-US" sz="1800" dirty="0">
                <a:solidFill>
                  <a:srgbClr val="FFFFFF"/>
                </a:solidFill>
              </a:rPr>
              <a:t>They make many text-processing tasks faster and easier.</a:t>
            </a:r>
            <a:endParaRPr lang="en-US" sz="1800" dirty="0"/>
          </a:p>
        </p:txBody>
      </p:sp>
      <p:sp>
        <p:nvSpPr>
          <p:cNvPr id="11" name="Thank you card"/>
          <p:cNvSpPr/>
          <p:nvPr/>
        </p:nvSpPr>
        <p:spPr>
          <a:xfrm>
            <a:off x="5760720" y="1280160"/>
            <a:ext cx="2926080" cy="3108960"/>
          </a:xfrm>
          <a:prstGeom prst="roundRect">
            <a:avLst>
              <a:gd name="adj" fmla="val 3750"/>
            </a:avLst>
          </a:prstGeom>
          <a:solidFill>
            <a:srgbClr val="12305A"/>
          </a:solidFill>
          <a:ln w="12700">
            <a:solidFill>
              <a:srgbClr val="2F5A94"/>
            </a:solidFill>
            <a:prstDash val="solid"/>
          </a:ln>
        </p:spPr>
      </p:sp>
      <p:sp>
        <p:nvSpPr>
          <p:cNvPr id="12" name="Graduation cap circle"/>
          <p:cNvSpPr/>
          <p:nvPr/>
        </p:nvSpPr>
        <p:spPr>
          <a:xfrm>
            <a:off x="6766560" y="1691640"/>
            <a:ext cx="914400" cy="914400"/>
          </a:xfrm>
          <a:prstGeom prst="ellipse">
            <a:avLst/>
          </a:prstGeom>
          <a:solidFill>
            <a:srgbClr val="2F80D0"/>
          </a:solidFill>
          <a:ln w="12700">
            <a:solidFill>
              <a:srgbClr val="2F80D0"/>
            </a:solidFill>
            <a:prstDash val="solid"/>
          </a:ln>
        </p:spPr>
      </p:sp>
      <p:pic>
        <p:nvPicPr>
          <p:cNvPr id="13" name="Image 4" descr="Graduation cap"/>
          <p:cNvPicPr>
            <a:picLocks noChangeAspect="1"/>
          </p:cNvPicPr>
          <p:nvPr/>
        </p:nvPicPr>
        <p:blipFill>
          <a:blip r:embed="rId4"/>
          <a:stretch>
            <a:fillRect/>
          </a:stretch>
        </p:blipFill>
        <p:spPr>
          <a:xfrm>
            <a:off x="6995160" y="1920240"/>
            <a:ext cx="457200" cy="457200"/>
          </a:xfrm>
          <a:prstGeom prst="rect">
            <a:avLst/>
          </a:prstGeom>
        </p:spPr>
      </p:pic>
      <p:sp>
        <p:nvSpPr>
          <p:cNvPr id="14" name="Text 7"/>
          <p:cNvSpPr txBox="1"/>
          <p:nvPr/>
        </p:nvSpPr>
        <p:spPr>
          <a:xfrm>
            <a:off x="5760720" y="2834640"/>
            <a:ext cx="2926080" cy="640080"/>
          </a:xfrm>
          <a:prstGeom prst="rect">
            <a:avLst/>
          </a:prstGeom>
          <a:noFill/>
          <a:ln/>
        </p:spPr>
        <p:txBody>
          <a:bodyPr wrap="square" lIns="0" tIns="0" rIns="0" bIns="0" rtlCol="0" anchor="ctr"/>
          <a:lstStyle/>
          <a:p>
            <a:pPr marL="0" indent="0" algn="ctr">
              <a:buNone/>
            </a:pPr>
            <a:r>
              <a:rPr lang="en-US" sz="3600" b="1" dirty="0">
                <a:solidFill>
                  <a:srgbClr val="FFFFFF"/>
                </a:solidFill>
              </a:rPr>
              <a:t>Thank You!</a:t>
            </a:r>
            <a:endParaRPr lang="en-US" sz="3600" dirty="0"/>
          </a:p>
        </p:txBody>
      </p:sp>
      <p:sp>
        <p:nvSpPr>
          <p:cNvPr id="15" name="Text 8"/>
          <p:cNvSpPr txBox="1"/>
          <p:nvPr/>
        </p:nvSpPr>
        <p:spPr>
          <a:xfrm>
            <a:off x="5760720" y="3520440"/>
            <a:ext cx="2926080" cy="365760"/>
          </a:xfrm>
          <a:prstGeom prst="rect">
            <a:avLst/>
          </a:prstGeom>
          <a:noFill/>
          <a:ln/>
        </p:spPr>
        <p:txBody>
          <a:bodyPr wrap="square" lIns="0" tIns="0" rIns="0" bIns="0" rtlCol="0" anchor="ctr"/>
          <a:lstStyle/>
          <a:p>
            <a:pPr marL="0" indent="0" algn="ctr">
              <a:buNone/>
            </a:pP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CA45E-A5F5-C2D8-6FE6-2E1A37EAC1DF}"/>
              </a:ext>
            </a:extLst>
          </p:cNvPr>
          <p:cNvSpPr>
            <a:spLocks noGrp="1"/>
          </p:cNvSpPr>
          <p:nvPr>
            <p:ph type="title" idx="107"/>
          </p:nvPr>
        </p:nvSpPr>
        <p:spPr>
          <a:xfrm>
            <a:off x="534573" y="235633"/>
            <a:ext cx="7687994" cy="337625"/>
          </a:xfrm>
        </p:spPr>
        <p:txBody>
          <a:bodyPr>
            <a:normAutofit fontScale="90000"/>
          </a:bodyPr>
          <a:lstStyle/>
          <a:p>
            <a:pPr algn="ctr"/>
            <a:r>
              <a:rPr lang="en-IN" dirty="0">
                <a:solidFill>
                  <a:schemeClr val="tx1"/>
                </a:solidFill>
              </a:rPr>
              <a:t>Geo Tag Technical Presentation</a:t>
            </a:r>
          </a:p>
        </p:txBody>
      </p:sp>
      <p:pic>
        <p:nvPicPr>
          <p:cNvPr id="5" name="Picture 4">
            <a:extLst>
              <a:ext uri="{FF2B5EF4-FFF2-40B4-BE49-F238E27FC236}">
                <a16:creationId xmlns:a16="http://schemas.microsoft.com/office/drawing/2014/main" id="{D80DE307-E154-CFA6-81B9-CFDBDBF392BF}"/>
              </a:ext>
            </a:extLst>
          </p:cNvPr>
          <p:cNvPicPr>
            <a:picLocks noChangeAspect="1"/>
          </p:cNvPicPr>
          <p:nvPr/>
        </p:nvPicPr>
        <p:blipFill>
          <a:blip r:embed="rId2"/>
          <a:stretch>
            <a:fillRect/>
          </a:stretch>
        </p:blipFill>
        <p:spPr>
          <a:xfrm>
            <a:off x="2504050" y="780757"/>
            <a:ext cx="3657600" cy="4199206"/>
          </a:xfrm>
          <a:prstGeom prst="rect">
            <a:avLst/>
          </a:prstGeom>
        </p:spPr>
      </p:pic>
    </p:spTree>
    <p:extLst>
      <p:ext uri="{BB962C8B-B14F-4D97-AF65-F5344CB8AC3E}">
        <p14:creationId xmlns:p14="http://schemas.microsoft.com/office/powerpoint/2010/main" val="3807206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TotalTime>
  <Words>1132</Words>
  <Application>Microsoft Office PowerPoint</Application>
  <PresentationFormat>On-screen Show (16:9)</PresentationFormat>
  <Paragraphs>119</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Courier New</vt:lpstr>
      <vt:lpstr>Office Theme</vt:lpstr>
      <vt:lpstr>Regular Expressions for Real-World Text Processing</vt:lpstr>
      <vt:lpstr>Introduction to Regular Expressions</vt:lpstr>
      <vt:lpstr>Basic Regex Symbols</vt:lpstr>
      <vt:lpstr>Real-World Applications</vt:lpstr>
      <vt:lpstr>Extracting Numbers Using Python</vt:lpstr>
      <vt:lpstr>Advantages and Limitations</vt:lpstr>
      <vt:lpstr>Conclusion</vt:lpstr>
      <vt:lpstr>Geo Tag Technical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Regular Expressions for Real-World Text Processing</dc:title>
  <dc:subject>Natural Language Processing (NLP) - TP-03</dc:subject>
  <dc:creator>vaishnavi</dc:creator>
  <cp:lastModifiedBy>Vaishnavi Chowdary</cp:lastModifiedBy>
  <cp:revision>1</cp:revision>
  <dcterms:created xsi:type="dcterms:W3CDTF">2026-10-22T04:16:14Z</dcterms:created>
  <dcterms:modified xsi:type="dcterms:W3CDTF">2026-10-22T09:13:39Z</dcterms:modified>
</cp:coreProperties>
</file>